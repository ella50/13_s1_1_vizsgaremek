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88" r:id="rId2"/>
    <p:sldId id="289" r:id="rId3"/>
    <p:sldId id="276" r:id="rId4"/>
    <p:sldId id="279" r:id="rId5"/>
    <p:sldId id="259" r:id="rId6"/>
    <p:sldId id="260" r:id="rId7"/>
    <p:sldId id="274" r:id="rId8"/>
    <p:sldId id="285" r:id="rId9"/>
    <p:sldId id="268" r:id="rId10"/>
    <p:sldId id="266" r:id="rId11"/>
    <p:sldId id="269" r:id="rId12"/>
    <p:sldId id="272" r:id="rId13"/>
    <p:sldId id="282" r:id="rId14"/>
    <p:sldId id="283" r:id="rId15"/>
    <p:sldId id="287" r:id="rId16"/>
    <p:sldId id="284" r:id="rId17"/>
    <p:sldId id="29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7E9"/>
    <a:srgbClr val="E48312"/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6" autoAdjust="0"/>
  </p:normalViewPr>
  <p:slideViewPr>
    <p:cSldViewPr snapToGrid="0">
      <p:cViewPr varScale="1">
        <p:scale>
          <a:sx n="101" d="100"/>
          <a:sy n="101" d="100"/>
        </p:scale>
        <p:origin x="144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DB98DA-128E-4364-BF98-E5A8E296E4F2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3375F-E6FE-4F6E-96C6-6B6BE7EEDE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20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Bemutatkozás</a:t>
            </a:r>
          </a:p>
          <a:p>
            <a:r>
              <a:rPr lang="hu-HU" dirty="0"/>
              <a:t>Webalapú rendszer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8878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Bemutatkozás</a:t>
            </a:r>
          </a:p>
          <a:p>
            <a:r>
              <a:rPr lang="hu-HU" dirty="0"/>
              <a:t>Webalapú rendszer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0960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KONYHA KÉRÉSÉRE: A menüből cukormentes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52356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Githubon</a:t>
            </a:r>
            <a:endParaRPr lang="hu-HU" dirty="0"/>
          </a:p>
          <a:p>
            <a:r>
              <a:rPr lang="hu-HU" dirty="0"/>
              <a:t>Feladatok megosztása – vegyesen frontend, backend -&gt; feladatonként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18082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9964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kulcsok, idegen kulcsok használata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35462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200" dirty="0"/>
              <a:t>Dinamikus igazodás a kijelzőhöz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200" dirty="0"/>
              <a:t>Optimalizált telefon képernyőhöz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570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Sikeres, sikertelen tesztesetek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16679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13806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Bahnschrift SemiBold" panose="020B0502040204020203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205696" y="620698"/>
            <a:ext cx="9972814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497250" y="3815803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970484" y="3088822"/>
            <a:ext cx="4408446" cy="602195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3377109" y="3691017"/>
            <a:ext cx="551924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958534" y="2127283"/>
            <a:ext cx="4539989" cy="887837"/>
          </a:xfrm>
          <a:prstGeom prst="rect">
            <a:avLst/>
          </a:prstGeom>
        </p:spPr>
      </p:pic>
      <p:sp>
        <p:nvSpPr>
          <p:cNvPr id="11" name="Alcím 2">
            <a:extLst>
              <a:ext uri="{FF2B5EF4-FFF2-40B4-BE49-F238E27FC236}">
                <a16:creationId xmlns:a16="http://schemas.microsoft.com/office/drawing/2014/main" id="{7D26B0E8-7A60-4B80-8AF7-628A519872D6}"/>
              </a:ext>
            </a:extLst>
          </p:cNvPr>
          <p:cNvSpPr txBox="1">
            <a:spLocks/>
          </p:cNvSpPr>
          <p:nvPr/>
        </p:nvSpPr>
        <p:spPr>
          <a:xfrm>
            <a:off x="10805230" y="6455312"/>
            <a:ext cx="1628776" cy="402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solidFill>
                  <a:schemeClr val="bg1"/>
                </a:solidFill>
                <a:latin typeface="Bahnschrift Light" panose="020B0502040204020203" pitchFamily="34" charset="0"/>
              </a:rPr>
              <a:t>2026. 03. 03</a:t>
            </a:r>
          </a:p>
        </p:txBody>
      </p:sp>
      <p:grpSp>
        <p:nvGrpSpPr>
          <p:cNvPr id="14" name="Csoportba foglalás 13">
            <a:extLst>
              <a:ext uri="{FF2B5EF4-FFF2-40B4-BE49-F238E27FC236}">
                <a16:creationId xmlns:a16="http://schemas.microsoft.com/office/drawing/2014/main" id="{0E3A2CAD-CFD5-469A-A796-E42F81D13AC1}"/>
              </a:ext>
            </a:extLst>
          </p:cNvPr>
          <p:cNvGrpSpPr/>
          <p:nvPr/>
        </p:nvGrpSpPr>
        <p:grpSpPr>
          <a:xfrm>
            <a:off x="9596464" y="2758398"/>
            <a:ext cx="1927904" cy="3257809"/>
            <a:chOff x="1194324" y="3161169"/>
            <a:chExt cx="1927904" cy="3257809"/>
          </a:xfrm>
        </p:grpSpPr>
        <p:sp>
          <p:nvSpPr>
            <p:cNvPr id="5" name="Alcím 2">
              <a:extLst>
                <a:ext uri="{FF2B5EF4-FFF2-40B4-BE49-F238E27FC236}">
                  <a16:creationId xmlns:a16="http://schemas.microsoft.com/office/drawing/2014/main" id="{3E0FCC81-0923-43B1-9ACC-080EBD94427F}"/>
                </a:ext>
              </a:extLst>
            </p:cNvPr>
            <p:cNvSpPr txBox="1">
              <a:spLocks/>
            </p:cNvSpPr>
            <p:nvPr/>
          </p:nvSpPr>
          <p:spPr>
            <a:xfrm>
              <a:off x="1194324" y="5869921"/>
              <a:ext cx="1927904" cy="54905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spcAft>
                  <a:spcPts val="200"/>
                </a:spcAft>
                <a:buClr>
                  <a:schemeClr val="accent1"/>
                </a:buClr>
                <a:buSzPct val="100000"/>
                <a:buFont typeface="Calibri" panose="020F0502020204030204" pitchFamily="34" charset="0"/>
                <a:buNone/>
                <a:defRPr sz="2400" kern="1200" cap="all" spc="200" baseline="0">
                  <a:solidFill>
                    <a:schemeClr val="tx2"/>
                  </a:solidFill>
                  <a:latin typeface="+mj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hu-HU" sz="1800" cap="none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Light" panose="020B0502040204020203" pitchFamily="34" charset="0"/>
                </a:rPr>
                <a:t>Farkas Dominik</a:t>
              </a:r>
            </a:p>
          </p:txBody>
        </p:sp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FD86BC78-13C2-4565-B556-74296A073E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5395" y="3161169"/>
              <a:ext cx="1765763" cy="2615573"/>
            </a:xfrm>
            <a:prstGeom prst="rect">
              <a:avLst/>
            </a:prstGeom>
            <a:ln w="38100" cap="sq">
              <a:solidFill>
                <a:srgbClr val="E48312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</p:grpSp>
      <p:grpSp>
        <p:nvGrpSpPr>
          <p:cNvPr id="15" name="Csoportba foglalás 14">
            <a:extLst>
              <a:ext uri="{FF2B5EF4-FFF2-40B4-BE49-F238E27FC236}">
                <a16:creationId xmlns:a16="http://schemas.microsoft.com/office/drawing/2014/main" id="{487E420D-FD3E-4FFE-9290-702177B8E36A}"/>
              </a:ext>
            </a:extLst>
          </p:cNvPr>
          <p:cNvGrpSpPr/>
          <p:nvPr/>
        </p:nvGrpSpPr>
        <p:grpSpPr>
          <a:xfrm>
            <a:off x="660587" y="2758398"/>
            <a:ext cx="1765763" cy="3257809"/>
            <a:chOff x="2402332" y="2980638"/>
            <a:chExt cx="1765763" cy="3257809"/>
          </a:xfrm>
        </p:grpSpPr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C2796FC6-7561-475F-A3A9-51D3C1BCC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02332" y="2980638"/>
              <a:ext cx="1765763" cy="2615573"/>
            </a:xfrm>
            <a:prstGeom prst="rect">
              <a:avLst/>
            </a:prstGeom>
            <a:ln w="38100" cap="sq">
              <a:solidFill>
                <a:srgbClr val="E48312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3" name="Alcím 2">
              <a:extLst>
                <a:ext uri="{FF2B5EF4-FFF2-40B4-BE49-F238E27FC236}">
                  <a16:creationId xmlns:a16="http://schemas.microsoft.com/office/drawing/2014/main" id="{B5F845A1-2594-4A0E-95CC-A6F4492F82D2}"/>
                </a:ext>
              </a:extLst>
            </p:cNvPr>
            <p:cNvSpPr txBox="1">
              <a:spLocks/>
            </p:cNvSpPr>
            <p:nvPr/>
          </p:nvSpPr>
          <p:spPr>
            <a:xfrm>
              <a:off x="2446713" y="5689391"/>
              <a:ext cx="1677000" cy="54905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spcAft>
                  <a:spcPts val="200"/>
                </a:spcAft>
                <a:buClr>
                  <a:schemeClr val="accent1"/>
                </a:buClr>
                <a:buSzPct val="100000"/>
                <a:buFont typeface="Calibri" panose="020F0502020204030204" pitchFamily="34" charset="0"/>
                <a:buNone/>
                <a:defRPr sz="2400" kern="1200" cap="all" spc="200" baseline="0">
                  <a:solidFill>
                    <a:schemeClr val="tx2"/>
                  </a:solidFill>
                  <a:latin typeface="+mj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hu-HU" sz="1800" cap="none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Light" panose="020B0502040204020203" pitchFamily="34" charset="0"/>
                </a:rPr>
                <a:t>Atkári Ariella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0044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FF047810-2018-4C33-B261-D1F6226BE9D7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menü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070409B-88A6-42DC-B01A-8F8F5314A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3432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320753" y="2904573"/>
            <a:ext cx="9760046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b="1" dirty="0"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598026" y="3785841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750655" y="1673209"/>
            <a:ext cx="4714591" cy="644014"/>
          </a:xfrm>
          <a:prstGeom prst="rect">
            <a:avLst/>
          </a:prstGeom>
        </p:spPr>
      </p:pic>
      <p:sp>
        <p:nvSpPr>
          <p:cNvPr id="5" name="Alcím 2">
            <a:extLst>
              <a:ext uri="{FF2B5EF4-FFF2-40B4-BE49-F238E27FC236}">
                <a16:creationId xmlns:a16="http://schemas.microsoft.com/office/drawing/2014/main" id="{3E0FCC81-0923-43B1-9ACC-080EBD94427F}"/>
              </a:ext>
            </a:extLst>
          </p:cNvPr>
          <p:cNvSpPr txBox="1">
            <a:spLocks/>
          </p:cNvSpPr>
          <p:nvPr/>
        </p:nvSpPr>
        <p:spPr>
          <a:xfrm>
            <a:off x="127233" y="5659169"/>
            <a:ext cx="5968766" cy="1050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Készítették: Atkári Ariella</a:t>
            </a:r>
            <a:br>
              <a:rPr lang="hu-HU" sz="1800" cap="none" spc="0" dirty="0">
                <a:latin typeface="Bahnschrift Light" panose="020B0502040204020203" pitchFamily="34" charset="0"/>
              </a:rPr>
            </a:br>
            <a:r>
              <a:rPr lang="hu-HU" sz="1800" cap="none" spc="0" dirty="0">
                <a:latin typeface="Bahnschrift Light" panose="020B0502040204020203" pitchFamily="34" charset="0"/>
              </a:rPr>
              <a:t>	      Farkas Dominik</a:t>
            </a:r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2131264" y="2305176"/>
            <a:ext cx="79533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738706" y="711670"/>
            <a:ext cx="4855269" cy="949493"/>
          </a:xfrm>
          <a:prstGeom prst="rect">
            <a:avLst/>
          </a:prstGeom>
        </p:spPr>
      </p:pic>
      <p:sp>
        <p:nvSpPr>
          <p:cNvPr id="11" name="Alcím 2">
            <a:extLst>
              <a:ext uri="{FF2B5EF4-FFF2-40B4-BE49-F238E27FC236}">
                <a16:creationId xmlns:a16="http://schemas.microsoft.com/office/drawing/2014/main" id="{7D26B0E8-7A60-4B80-8AF7-628A519872D6}"/>
              </a:ext>
            </a:extLst>
          </p:cNvPr>
          <p:cNvSpPr txBox="1">
            <a:spLocks/>
          </p:cNvSpPr>
          <p:nvPr/>
        </p:nvSpPr>
        <p:spPr>
          <a:xfrm>
            <a:off x="10563224" y="5883809"/>
            <a:ext cx="1628776" cy="402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2026. 03. 03</a:t>
            </a:r>
          </a:p>
        </p:txBody>
      </p:sp>
    </p:spTree>
    <p:extLst>
      <p:ext uri="{BB962C8B-B14F-4D97-AF65-F5344CB8AC3E}">
        <p14:creationId xmlns:p14="http://schemas.microsoft.com/office/powerpoint/2010/main" val="313312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FF047810-2018-4C33-B261-D1F6226BE9D7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menü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070409B-88A6-42DC-B01A-8F8F5314A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93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330" y="1979084"/>
            <a:ext cx="10058400" cy="4023360"/>
          </a:xfrm>
        </p:spPr>
        <p:txBody>
          <a:bodyPr>
            <a:normAutofit/>
          </a:bodyPr>
          <a:lstStyle/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Regisztráció és bejelentkezés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Étlapkezelés (menü opciók)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Allergének, tápérték információk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Rendelési és lemondási rendszer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Ebédkártya leolvasás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Számla generálás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9E5FC47-ECCF-4F59-A408-5D6554FD905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3AAEA1F-2587-4749-9229-A2366B6B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E758450C-B61C-4683-B202-BD49BB80DC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344" y="1889582"/>
            <a:ext cx="10058400" cy="454601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Backend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endParaRPr lang="hu-HU" sz="20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Frontend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Vue.js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Adatbázis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Relációs adatbázis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6623B84-5C27-42DA-B75B-974214315DBD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DFFBB35C-87E4-4EE2-AD37-CCCBBCB69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662AE874-06A5-4981-9568-5DE0DB5D35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Adatbázis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Regisztráció, bejelentkezés</a:t>
            </a:r>
            <a:endParaRPr lang="hu-HU" sz="16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Felehasználók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Ételek és hozzávalók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Rendelések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Felhasználói felület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Hardver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Étlap kezelés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Menü készítő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Számla generálás</a:t>
            </a:r>
          </a:p>
          <a:p>
            <a:endParaRPr lang="hu-HU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2FCDE3-11D2-4077-A015-66490BCC018E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D93B2E8-3D33-41C2-91A8-1FB692380CE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9966BA5A-A620-488E-8615-41FB1F1AE9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3B382D26-9076-4156-8E56-6C797943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4913464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Backend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r>
              <a:rPr lang="hu-HU" sz="2000" dirty="0"/>
              <a:t> 12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Migrációk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Modellek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Kontrollerek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5" name="Kép 4">
            <a:extLst>
              <a:ext uri="{FF2B5EF4-FFF2-40B4-BE49-F238E27FC236}">
                <a16:creationId xmlns:a16="http://schemas.microsoft.com/office/drawing/2014/main" id="{D033E091-C059-4214-9245-46658923973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5" t="811" r="5434" b="-1"/>
          <a:stretch/>
        </p:blipFill>
        <p:spPr>
          <a:xfrm>
            <a:off x="5129212" y="1095237"/>
            <a:ext cx="2590800" cy="3807991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37DBD32-194B-4032-B284-F858E2573DE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9" r="11023"/>
          <a:stretch/>
        </p:blipFill>
        <p:spPr>
          <a:xfrm>
            <a:off x="8617510" y="2051684"/>
            <a:ext cx="2657475" cy="3620005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09693890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3">
            <a:extLst>
              <a:ext uri="{FF2B5EF4-FFF2-40B4-BE49-F238E27FC236}">
                <a16:creationId xmlns:a16="http://schemas.microsoft.com/office/drawing/2014/main" id="{5A03AB81-7D99-4C1A-BBE2-72744575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Vue.js 3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Axios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Bootstrap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56BAE57D-1584-4B02-A4E9-FF150F428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Frontend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D03ACE2-F537-4DD5-8C31-221864AAC3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77" t="5911" r="45001" b="3142"/>
          <a:stretch/>
        </p:blipFill>
        <p:spPr>
          <a:xfrm>
            <a:off x="5138832" y="1081087"/>
            <a:ext cx="2552700" cy="4695825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A710C213-02AB-4860-89DB-F1799A2881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647"/>
          <a:stretch/>
        </p:blipFill>
        <p:spPr>
          <a:xfrm>
            <a:off x="8448864" y="2530640"/>
            <a:ext cx="2552700" cy="2181529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grpSp>
        <p:nvGrpSpPr>
          <p:cNvPr id="8" name="Csoportba foglalás 7">
            <a:extLst>
              <a:ext uri="{FF2B5EF4-FFF2-40B4-BE49-F238E27FC236}">
                <a16:creationId xmlns:a16="http://schemas.microsoft.com/office/drawing/2014/main" id="{BD8D9C24-6A98-4359-8A9D-3FEAE8066B3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38EFA0F7-79F5-4841-B0B4-BA913AF4FF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BDF66BF5-56DB-473D-A8D7-100866CBF0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0736290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554" y="1911310"/>
            <a:ext cx="10058400" cy="402336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16 tábla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Mintaadatok</a:t>
            </a:r>
          </a:p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Adatbázis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E802B2B8-8A4C-4A1C-A3DA-1085A7D5C7F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2F280203-E1A7-4586-A915-B522FFD904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937401-8474-4C4C-8353-0BC085D4C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5" name="Kép 4">
            <a:extLst>
              <a:ext uri="{FF2B5EF4-FFF2-40B4-BE49-F238E27FC236}">
                <a16:creationId xmlns:a16="http://schemas.microsoft.com/office/drawing/2014/main" id="{12F1D82F-A13E-4282-A8D3-3080BA7F58C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840" t="-648" r="28565" b="-478"/>
          <a:stretch/>
        </p:blipFill>
        <p:spPr>
          <a:xfrm>
            <a:off x="1600330" y="2929002"/>
            <a:ext cx="2435383" cy="3005668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645605F-0923-431D-B3D3-AE4E34E70E6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2382" t="5217" r="15002" b="8258"/>
          <a:stretch/>
        </p:blipFill>
        <p:spPr>
          <a:xfrm>
            <a:off x="5350598" y="2034567"/>
            <a:ext cx="5359652" cy="3900103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8799303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Reszponzivitás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85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Bootstrap</a:t>
            </a:r>
            <a:endParaRPr lang="hu-HU" sz="1800" dirty="0"/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3317F239-9F4A-4F2E-A3AC-DBDE360A6AF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C2CC19C8-CD10-42F5-9D72-C77B335B05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5AF4A5EB-86E0-4324-B31A-9A09255FD8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0190695"/>
      </p:ext>
    </p:extLst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Tesztelés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 err="1"/>
              <a:t>BAckend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573868"/>
            <a:ext cx="4937760" cy="3378200"/>
          </a:xfrm>
        </p:spPr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/>
              <a:t>Postman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r>
              <a:rPr lang="hu-HU" dirty="0"/>
              <a:t> </a:t>
            </a:r>
            <a:r>
              <a:rPr lang="hu-HU" dirty="0" err="1"/>
              <a:t>Library</a:t>
            </a:r>
            <a:r>
              <a:rPr lang="hu-HU" dirty="0"/>
              <a:t> – </a:t>
            </a:r>
            <a:r>
              <a:rPr lang="hu-HU" dirty="0" err="1"/>
              <a:t>Robotframework</a:t>
            </a:r>
            <a:endParaRPr lang="hu-HU" dirty="0"/>
          </a:p>
          <a:p>
            <a:pPr marL="201168" lvl="1" indent="0">
              <a:buNone/>
            </a:pP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57008D6-FD12-4F82-9FAE-0E4266FC30C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146B191F-A718-4014-B337-0005E2B62B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3C0678C3-DC3F-47F5-8610-DB4180EAD2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8" name="Kép 7">
            <a:extLst>
              <a:ext uri="{FF2B5EF4-FFF2-40B4-BE49-F238E27FC236}">
                <a16:creationId xmlns:a16="http://schemas.microsoft.com/office/drawing/2014/main" id="{65D09F99-D0F3-443A-AAEC-7BE7F46CE9B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1" r="2568" b="49410"/>
          <a:stretch/>
        </p:blipFill>
        <p:spPr>
          <a:xfrm>
            <a:off x="2227708" y="3310150"/>
            <a:ext cx="2645282" cy="2448262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C0EA3B83-8F57-4D5D-B3CB-8E7AE8FF75F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468" t="7300" r="26371" b="-353"/>
          <a:stretch/>
        </p:blipFill>
        <p:spPr>
          <a:xfrm>
            <a:off x="7562850" y="3552296"/>
            <a:ext cx="2247900" cy="1143529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3166477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209675" y="1737360"/>
            <a:ext cx="994600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Fejlesztési lehetőségek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4E07C9-ACD1-4AF5-9ECE-29158423F87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Mobilalkalmazás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Értesítés küldés?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Több iskolára, több szolgáltatóra bontás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Ételek értékelése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Étkeztetési rend osztályokra, csoportokra bontva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Online fizetés (</a:t>
            </a:r>
            <a:r>
              <a:rPr lang="hu-HU" sz="2000" dirty="0" err="1">
                <a:latin typeface="Bahnschrift Light" panose="020B0502040204020203" pitchFamily="34" charset="0"/>
              </a:rPr>
              <a:t>SimplePay</a:t>
            </a:r>
            <a:r>
              <a:rPr lang="hu-HU" sz="2000" dirty="0">
                <a:latin typeface="Bahnschrift Light" panose="020B0502040204020203" pitchFamily="34" charset="0"/>
              </a:rPr>
              <a:t>)</a:t>
            </a:r>
          </a:p>
          <a:p>
            <a:pPr marL="201168" lvl="1" indent="0">
              <a:buFont typeface="Calibri" pitchFamily="34" charset="0"/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80079028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 err="1">
                <a:latin typeface="Bahnschrift SemiBold" panose="020B0502040204020203" pitchFamily="34" charset="0"/>
              </a:rPr>
              <a:t>Demo</a:t>
            </a:r>
            <a:endParaRPr lang="hu-HU" sz="6000" b="1" dirty="0">
              <a:latin typeface="Bahnschrift SemiBold" panose="020B0502040204020203" pitchFamily="34" charset="0"/>
            </a:endParaRP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73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Kérdések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64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figyelmet!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244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066800" y="1737360"/>
            <a:ext cx="9977438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t="58555" r="67247"/>
          <a:stretch/>
        </p:blipFill>
        <p:spPr>
          <a:xfrm>
            <a:off x="10446874" y="1011980"/>
            <a:ext cx="1478572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032" b="36381"/>
          <a:stretch/>
        </p:blipFill>
        <p:spPr>
          <a:xfrm>
            <a:off x="10355433" y="253737"/>
            <a:ext cx="1541291" cy="851162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2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4400" b="1" dirty="0">
                <a:latin typeface="Bahnschrift SemiBold" panose="020B0502040204020203" pitchFamily="34" charset="0"/>
              </a:rPr>
              <a:t>Források</a:t>
            </a:r>
          </a:p>
        </p:txBody>
      </p:sp>
      <p:sp>
        <p:nvSpPr>
          <p:cNvPr id="14" name="Cím 1">
            <a:extLst>
              <a:ext uri="{FF2B5EF4-FFF2-40B4-BE49-F238E27FC236}">
                <a16:creationId xmlns:a16="http://schemas.microsoft.com/office/drawing/2014/main" id="{27767F96-4F23-4735-A23B-07F09E00E316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endParaRPr lang="hu-HU" dirty="0"/>
          </a:p>
        </p:txBody>
      </p:sp>
      <p:sp>
        <p:nvSpPr>
          <p:cNvPr id="15" name="Tartalom helye 2">
            <a:extLst>
              <a:ext uri="{FF2B5EF4-FFF2-40B4-BE49-F238E27FC236}">
                <a16:creationId xmlns:a16="http://schemas.microsoft.com/office/drawing/2014/main" id="{D461F7F4-1A2F-43DA-861A-D185CFE10688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 err="1">
                <a:latin typeface="Bahnschrift Light" panose="020B0502040204020203" pitchFamily="34" charset="0"/>
              </a:rPr>
              <a:t>agrtg</a:t>
            </a:r>
            <a:endParaRPr lang="hu-HU" sz="2000" dirty="0">
              <a:latin typeface="Bahnschrift Light" panose="020B0502040204020203" pitchFamily="34" charset="0"/>
            </a:endParaRPr>
          </a:p>
          <a:p>
            <a:pPr marL="201168" lvl="1" indent="0">
              <a:buFont typeface="Calibri" pitchFamily="34" charset="0"/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560064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288</Words>
  <Application>Microsoft Office PowerPoint</Application>
  <PresentationFormat>Szélesvásznú</PresentationFormat>
  <Paragraphs>108</Paragraphs>
  <Slides>17</Slides>
  <Notes>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4" baseType="lpstr">
      <vt:lpstr>Arial</vt:lpstr>
      <vt:lpstr>Bahnschrift Light</vt:lpstr>
      <vt:lpstr>Bahnschrift SemiBold</vt:lpstr>
      <vt:lpstr>Calibri</vt:lpstr>
      <vt:lpstr>Calibri Light</vt:lpstr>
      <vt:lpstr>Wingdings</vt:lpstr>
      <vt:lpstr>Retrospektív</vt:lpstr>
      <vt:lpstr>PowerPoint-bemutató</vt:lpstr>
      <vt:lpstr>PowerPoint-bemutató</vt:lpstr>
      <vt:lpstr>PowerPoint-bemutató</vt:lpstr>
      <vt:lpstr>PowerPoint-bemutató</vt:lpstr>
      <vt:lpstr>Funkciók</vt:lpstr>
      <vt:lpstr>Felépítése </vt:lpstr>
      <vt:lpstr>Munkamegosztás</vt:lpstr>
      <vt:lpstr>Backend</vt:lpstr>
      <vt:lpstr>Frontend</vt:lpstr>
      <vt:lpstr>Adatbázis</vt:lpstr>
      <vt:lpstr>Reszponzivitás</vt:lpstr>
      <vt:lpstr>Tesztelés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Atkári Ariella</cp:lastModifiedBy>
  <cp:revision>69</cp:revision>
  <dcterms:created xsi:type="dcterms:W3CDTF">2026-03-03T06:30:40Z</dcterms:created>
  <dcterms:modified xsi:type="dcterms:W3CDTF">2026-03-10T11:20:08Z</dcterms:modified>
</cp:coreProperties>
</file>