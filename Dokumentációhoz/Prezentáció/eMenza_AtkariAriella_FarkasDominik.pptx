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276" r:id="rId3"/>
    <p:sldId id="279" r:id="rId4"/>
    <p:sldId id="280" r:id="rId5"/>
    <p:sldId id="259" r:id="rId6"/>
    <p:sldId id="260" r:id="rId7"/>
    <p:sldId id="261" r:id="rId8"/>
    <p:sldId id="271" r:id="rId9"/>
    <p:sldId id="268" r:id="rId10"/>
    <p:sldId id="267" r:id="rId11"/>
    <p:sldId id="265" r:id="rId12"/>
    <p:sldId id="266" r:id="rId13"/>
    <p:sldId id="269" r:id="rId14"/>
    <p:sldId id="272" r:id="rId15"/>
    <p:sldId id="264" r:id="rId16"/>
    <p:sldId id="274" r:id="rId17"/>
    <p:sldId id="273" r:id="rId18"/>
    <p:sldId id="282" r:id="rId19"/>
    <p:sldId id="283" r:id="rId20"/>
    <p:sldId id="28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7E9"/>
    <a:srgbClr val="BD58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6" autoAdjust="0"/>
  </p:normalViewPr>
  <p:slideViewPr>
    <p:cSldViewPr snapToGrid="0">
      <p:cViewPr>
        <p:scale>
          <a:sx n="100" d="100"/>
          <a:sy n="100" d="100"/>
        </p:scale>
        <p:origin x="72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DB98DA-128E-4364-BF98-E5A8E296E4F2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73375F-E6FE-4F6E-96C6-6B6BE7EEDE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20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Githubon</a:t>
            </a:r>
            <a:endParaRPr lang="hu-HU" dirty="0"/>
          </a:p>
          <a:p>
            <a:r>
              <a:rPr lang="hu-HU" dirty="0"/>
              <a:t>Feladatok megosztása – vegyesen frontend, backend. Közös adatbázis tervezés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77875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Githubon</a:t>
            </a:r>
            <a:endParaRPr lang="hu-HU" dirty="0"/>
          </a:p>
          <a:p>
            <a:r>
              <a:rPr lang="hu-HU" dirty="0"/>
              <a:t>Feladatok megosztása – vegyesen frontend, backend. Közös adatbázis tervezés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1808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10455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398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3314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458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963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5591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2223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949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80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158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64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7898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58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CFC31C5-22A4-4AE3-B1CF-E8D47EC9E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3445" y="2188373"/>
            <a:ext cx="9405110" cy="2006995"/>
          </a:xfrm>
        </p:spPr>
        <p:txBody>
          <a:bodyPr>
            <a:normAutofit/>
          </a:bodyPr>
          <a:lstStyle/>
          <a:p>
            <a:pPr algn="ctr"/>
            <a:r>
              <a:rPr lang="hu-HU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66EABAC-7B22-4B25-BA11-44565DB22B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98026" y="4540867"/>
            <a:ext cx="4995949" cy="571500"/>
          </a:xfrm>
        </p:spPr>
        <p:txBody>
          <a:bodyPr/>
          <a:lstStyle/>
          <a:p>
            <a:pPr algn="ctr"/>
            <a:r>
              <a:rPr lang="hu-HU" i="1" dirty="0">
                <a:solidFill>
                  <a:srgbClr val="BD582C"/>
                </a:solidFill>
              </a:rPr>
              <a:t>Vizsgaremek bemutatása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2BE6240C-4E50-4306-A1E5-2B741DF50B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8359" y="1208890"/>
            <a:ext cx="4895281" cy="1613467"/>
          </a:xfrm>
          <a:prstGeom prst="rect">
            <a:avLst/>
          </a:prstGeom>
        </p:spPr>
      </p:pic>
      <p:sp>
        <p:nvSpPr>
          <p:cNvPr id="16" name="Alcím 2">
            <a:extLst>
              <a:ext uri="{FF2B5EF4-FFF2-40B4-BE49-F238E27FC236}">
                <a16:creationId xmlns:a16="http://schemas.microsoft.com/office/drawing/2014/main" id="{3E69796C-B4B2-4B1E-8202-6CEDA3AAC5F9}"/>
              </a:ext>
            </a:extLst>
          </p:cNvPr>
          <p:cNvSpPr txBox="1">
            <a:spLocks/>
          </p:cNvSpPr>
          <p:nvPr/>
        </p:nvSpPr>
        <p:spPr>
          <a:xfrm>
            <a:off x="232010" y="5803364"/>
            <a:ext cx="5968766" cy="5715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800" b="1" dirty="0"/>
              <a:t>Készítették: Atkári Ariella</a:t>
            </a:r>
            <a:br>
              <a:rPr lang="hu-HU" sz="1800" b="1" dirty="0"/>
            </a:br>
            <a:r>
              <a:rPr lang="hu-HU" sz="1800" b="1" dirty="0"/>
              <a:t>	         Farkas Dominik</a:t>
            </a:r>
          </a:p>
        </p:txBody>
      </p:sp>
      <p:sp>
        <p:nvSpPr>
          <p:cNvPr id="6" name="Alcím 2">
            <a:extLst>
              <a:ext uri="{FF2B5EF4-FFF2-40B4-BE49-F238E27FC236}">
                <a16:creationId xmlns:a16="http://schemas.microsoft.com/office/drawing/2014/main" id="{96003F0B-BE7C-47FF-933B-026483BC2ADF}"/>
              </a:ext>
            </a:extLst>
          </p:cNvPr>
          <p:cNvSpPr txBox="1">
            <a:spLocks/>
          </p:cNvSpPr>
          <p:nvPr/>
        </p:nvSpPr>
        <p:spPr>
          <a:xfrm>
            <a:off x="10588609" y="5936714"/>
            <a:ext cx="1480604" cy="571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800" dirty="0"/>
              <a:t>2026.03.03</a:t>
            </a:r>
          </a:p>
        </p:txBody>
      </p:sp>
    </p:spTree>
    <p:extLst>
      <p:ext uri="{BB962C8B-B14F-4D97-AF65-F5344CB8AC3E}">
        <p14:creationId xmlns:p14="http://schemas.microsoft.com/office/powerpoint/2010/main" val="2578279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320753" y="2904573"/>
            <a:ext cx="9760046" cy="200699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400" b="1" dirty="0"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286F2D-71DE-4954-8C64-8E9991C98150}"/>
              </a:ext>
            </a:extLst>
          </p:cNvPr>
          <p:cNvSpPr txBox="1">
            <a:spLocks/>
          </p:cNvSpPr>
          <p:nvPr/>
        </p:nvSpPr>
        <p:spPr>
          <a:xfrm>
            <a:off x="3598026" y="3785841"/>
            <a:ext cx="4995949" cy="57150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i="1" cap="all" spc="100" dirty="0">
                <a:solidFill>
                  <a:srgbClr val="BD582C"/>
                </a:solidFill>
                <a:uFill>
                  <a:solidFill>
                    <a:srgbClr val="BD582C"/>
                  </a:solidFill>
                </a:uFill>
                <a:latin typeface="+mj-lt"/>
              </a:rPr>
              <a:t>Vizsgaremek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/>
          <a:stretch/>
        </p:blipFill>
        <p:spPr>
          <a:xfrm>
            <a:off x="3738704" y="1393033"/>
            <a:ext cx="4714591" cy="644014"/>
          </a:xfrm>
          <a:prstGeom prst="rect">
            <a:avLst/>
          </a:prstGeom>
        </p:spPr>
      </p:pic>
      <p:sp>
        <p:nvSpPr>
          <p:cNvPr id="5" name="Alcím 2">
            <a:extLst>
              <a:ext uri="{FF2B5EF4-FFF2-40B4-BE49-F238E27FC236}">
                <a16:creationId xmlns:a16="http://schemas.microsoft.com/office/drawing/2014/main" id="{3E0FCC81-0923-43B1-9ACC-080EBD94427F}"/>
              </a:ext>
            </a:extLst>
          </p:cNvPr>
          <p:cNvSpPr txBox="1">
            <a:spLocks/>
          </p:cNvSpPr>
          <p:nvPr/>
        </p:nvSpPr>
        <p:spPr>
          <a:xfrm>
            <a:off x="127233" y="5659169"/>
            <a:ext cx="5968766" cy="1050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Készítették: Atkári Ariella</a:t>
            </a:r>
            <a:br>
              <a:rPr lang="hu-HU" sz="1800" cap="none" spc="0" dirty="0">
                <a:latin typeface="Bahnschrift Light" panose="020B0502040204020203" pitchFamily="34" charset="0"/>
              </a:rPr>
            </a:br>
            <a:r>
              <a:rPr lang="hu-HU" sz="1800" cap="none" spc="0" dirty="0">
                <a:latin typeface="Bahnschrift Light" panose="020B0502040204020203" pitchFamily="34" charset="0"/>
              </a:rPr>
              <a:t>	      Farkas Dominik</a:t>
            </a:r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2119313" y="2025000"/>
            <a:ext cx="79533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84" b="38896"/>
          <a:stretch/>
        </p:blipFill>
        <p:spPr>
          <a:xfrm>
            <a:off x="3726755" y="431494"/>
            <a:ext cx="4855269" cy="949493"/>
          </a:xfrm>
          <a:prstGeom prst="rect">
            <a:avLst/>
          </a:prstGeom>
        </p:spPr>
      </p:pic>
      <p:sp>
        <p:nvSpPr>
          <p:cNvPr id="11" name="Alcím 2">
            <a:extLst>
              <a:ext uri="{FF2B5EF4-FFF2-40B4-BE49-F238E27FC236}">
                <a16:creationId xmlns:a16="http://schemas.microsoft.com/office/drawing/2014/main" id="{7D26B0E8-7A60-4B80-8AF7-628A519872D6}"/>
              </a:ext>
            </a:extLst>
          </p:cNvPr>
          <p:cNvSpPr txBox="1">
            <a:spLocks/>
          </p:cNvSpPr>
          <p:nvPr/>
        </p:nvSpPr>
        <p:spPr>
          <a:xfrm>
            <a:off x="10563224" y="5883809"/>
            <a:ext cx="1628776" cy="402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2026. 03. 03</a:t>
            </a:r>
          </a:p>
        </p:txBody>
      </p:sp>
    </p:spTree>
    <p:extLst>
      <p:ext uri="{BB962C8B-B14F-4D97-AF65-F5344CB8AC3E}">
        <p14:creationId xmlns:p14="http://schemas.microsoft.com/office/powerpoint/2010/main" val="3133121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822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9930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6" name="Tartalom helye 2">
            <a:extLst>
              <a:ext uri="{FF2B5EF4-FFF2-40B4-BE49-F238E27FC236}">
                <a16:creationId xmlns:a16="http://schemas.microsoft.com/office/drawing/2014/main" id="{B238462E-F8EB-407F-B0B6-3AE443BB552F}"/>
              </a:ext>
            </a:extLst>
          </p:cNvPr>
          <p:cNvSpPr txBox="1">
            <a:spLocks/>
          </p:cNvSpPr>
          <p:nvPr/>
        </p:nvSpPr>
        <p:spPr>
          <a:xfrm>
            <a:off x="1097280" y="1874067"/>
            <a:ext cx="10058400" cy="4330005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Probléma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Papíron történő étkezés rendelés, számlázás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Lemondási nehézségek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Nincs opció választási lehetőség</a:t>
            </a:r>
          </a:p>
          <a:p>
            <a:endParaRPr lang="hu-HU" dirty="0">
              <a:latin typeface="Bahnschrift Light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Megoldás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latin typeface="Bahnschrift Light" panose="020B0502040204020203" pitchFamily="34" charset="0"/>
              </a:rPr>
              <a:t> </a:t>
            </a:r>
            <a:r>
              <a:rPr lang="hu-HU" sz="2000" dirty="0">
                <a:latin typeface="Bahnschrift Light" panose="020B0502040204020203" pitchFamily="34" charset="0"/>
              </a:rPr>
              <a:t>Online felület a rendeléshez, lemondáshoz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Előre kiválasztott opció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Digitális számla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49A29CF-1647-4A99-9A6A-32ED360AB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575" y="2498937"/>
            <a:ext cx="3983647" cy="31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9983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7330" y="1979084"/>
            <a:ext cx="10058400" cy="4023360"/>
          </a:xfrm>
        </p:spPr>
        <p:txBody>
          <a:bodyPr>
            <a:normAutofit/>
          </a:bodyPr>
          <a:lstStyle/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Regisztráció és bejelentkezés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Étlapkezelés (menü opciók)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Allergének, tápérték információk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Rendelési és lemondási rendszer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Ebédkártya leolvasás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 dirty="0"/>
              <a:t> Számla generálás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8A10CF98-B20C-498A-B49A-54F33274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Funkciók</a:t>
            </a:r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C9E5FC47-ECCF-4F59-A408-5D6554FD905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3AAEA1F-2587-4749-9229-A2366B6B08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E758450C-B61C-4683-B202-BD49BB80DC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6320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4546013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</a:t>
            </a:r>
            <a:r>
              <a:rPr lang="hu-HU" dirty="0">
                <a:solidFill>
                  <a:srgbClr val="BD582C"/>
                </a:solidFill>
              </a:rPr>
              <a:t>Backend – </a:t>
            </a:r>
            <a:r>
              <a:rPr lang="hu-HU" dirty="0" err="1">
                <a:solidFill>
                  <a:srgbClr val="BD582C"/>
                </a:solidFill>
              </a:rPr>
              <a:t>Laravel</a:t>
            </a:r>
            <a:r>
              <a:rPr lang="hu-HU" dirty="0">
                <a:solidFill>
                  <a:srgbClr val="BD582C"/>
                </a:solidFill>
              </a:rPr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/>
              <a:t>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</a:t>
            </a:r>
            <a:r>
              <a:rPr lang="hu-HU" dirty="0">
                <a:solidFill>
                  <a:srgbClr val="BD582C"/>
                </a:solidFill>
              </a:rPr>
              <a:t>Frontend – Vue.js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/>
              <a:t>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</a:t>
            </a:r>
            <a:r>
              <a:rPr lang="hu-HU" dirty="0">
                <a:solidFill>
                  <a:srgbClr val="BD582C"/>
                </a:solidFill>
              </a:rPr>
              <a:t>Adatbázis – </a:t>
            </a:r>
            <a:r>
              <a:rPr lang="hu-HU" dirty="0" err="1">
                <a:solidFill>
                  <a:srgbClr val="BD582C"/>
                </a:solidFill>
              </a:rPr>
              <a:t>MySQL</a:t>
            </a:r>
            <a:endParaRPr lang="hu-HU" dirty="0">
              <a:solidFill>
                <a:srgbClr val="BD582C"/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/>
              <a:t>a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B1162F8F-91B4-45FA-8FCD-4AE20D403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Felépítése 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C6623B84-5C27-42DA-B75B-974214315DBD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DFFBB35C-87E4-4EE2-AD37-CCCBBCB696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662AE874-06A5-4981-9568-5DE0DB5D35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35863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Backend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776B3672-EA20-4C64-B11B-9A18CAC805C9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6299F4D8-F0A2-45AE-9DD3-315E8BDF2A5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4E2168DE-8E21-4CEB-B2EC-917B240019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6896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Modellek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User</a:t>
            </a: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D1513B7-E14B-483F-9E1D-2F9ED7A6215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AF68DAD7-58FF-4254-A264-3393E8FB07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8F9A0D26-C9F9-4EBD-9287-1F6D4C562B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00656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CF1363A-EC3E-4AAB-AB7B-2FBA7243A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80736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1BC1CFA-A756-4730-9608-D06BB3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8C578E4-409C-45D7-8961-22483CEEC33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8681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Frontend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15ADBE7A-C248-4CA3-8263-604D44A26A5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B5CD5F08-FF35-4A18-A4DD-6D1908F4F6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72191454-7B04-488C-B16A-2741D54161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9911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Adatbázis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E802B2B8-8A4C-4A1C-A3DA-1085A7D5C7F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2F280203-E1A7-4586-A915-B522FFD904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90937401-8474-4C4C-8353-0BC085D4C9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8799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 err="1">
                <a:latin typeface="Bahnschrift SemiBold" panose="020B0502040204020203" pitchFamily="34" charset="0"/>
              </a:rPr>
              <a:t>Reszponzivitás</a:t>
            </a:r>
            <a:endParaRPr lang="hu-HU" dirty="0">
              <a:latin typeface="Bahnschrift SemiBold" panose="020B0502040204020203" pitchFamily="34" charset="0"/>
            </a:endParaRP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Dinamikus igazodás a kijelzőhöz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Optimalizált telefon képernyőhöz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Felhasználóbarát</a:t>
            </a:r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3317F239-9F4A-4F2E-A3AC-DBDE360A6AF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C2CC19C8-CD10-42F5-9D72-C77B335B05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5AF4A5EB-86E0-4324-B31A-9A09255FD8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01906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Tesztelés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BAckend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hu-HU" dirty="0"/>
              <a:t>Postman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Selenium</a:t>
            </a:r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257008D6-FD12-4F82-9FAE-0E4266FC30C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146B191F-A718-4014-B337-0005E2B62BA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3C0678C3-DC3F-47F5-8610-DB4180EAD20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316647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DA796D-D1FA-43BA-9B00-4A955CBFF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</a:t>
            </a:r>
          </a:p>
        </p:txBody>
      </p:sp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AE9C9B5C-3647-4331-A23A-21BDACE35043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7BBE353C-8DD5-4D44-BF46-2756847492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5" name="Kép 14">
              <a:extLst>
                <a:ext uri="{FF2B5EF4-FFF2-40B4-BE49-F238E27FC236}">
                  <a16:creationId xmlns:a16="http://schemas.microsoft.com/office/drawing/2014/main" id="{B2808543-D0AE-4FEC-9190-341AB17958C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66602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 - Backend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hu-HU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722FCDE3-11D2-4077-A015-66490BCC018E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AD93B2E8-3D33-41C2-91A8-1FB692380CE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9966BA5A-A620-488E-8615-41FB1F1AE9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3B382D26-9076-4156-8E56-6C797943E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34913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 - Frontend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hu-HU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CCB05EC-19C9-456F-9487-5479DE8B814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D42462C5-EA10-4682-9368-1798FDEF05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5CB6D66D-0490-469C-A967-3D189A93B8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6490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209675" y="1737360"/>
            <a:ext cx="994600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Fejlesztési lehetőségek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654E07C9-ACD1-4AF5-9ECE-29158423F871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Mobilalkalmazás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Értesítés küldés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Több iskolára, több szolgáltatóra bontás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Ételek értékelése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Étkeztetési rend osztályokra, csoportokra bontva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Fizetés online (SimplePay)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Egyenleg feltöltése??</a:t>
            </a:r>
          </a:p>
          <a:p>
            <a:pPr marL="201168" lvl="1" indent="0">
              <a:buFont typeface="Calibri" pitchFamily="34" charset="0"/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800790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 err="1">
                <a:latin typeface="Bahnschrift SemiBold" panose="020B0502040204020203" pitchFamily="34" charset="0"/>
              </a:rPr>
              <a:t>Demo</a:t>
            </a:r>
            <a:endParaRPr lang="hu-HU" sz="6000" b="1" dirty="0">
              <a:latin typeface="Bahnschrift SemiBold" panose="020B0502040204020203" pitchFamily="34" charset="0"/>
            </a:endParaRP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2732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Köszönjük a figyelmet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2443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208</Words>
  <Application>Microsoft Office PowerPoint</Application>
  <PresentationFormat>Szélesvásznú</PresentationFormat>
  <Paragraphs>71</Paragraphs>
  <Slides>20</Slides>
  <Notes>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20</vt:i4>
      </vt:variant>
    </vt:vector>
  </HeadingPairs>
  <TitlesOfParts>
    <vt:vector size="27" baseType="lpstr">
      <vt:lpstr>Arial</vt:lpstr>
      <vt:lpstr>Bahnschrift Light</vt:lpstr>
      <vt:lpstr>Bahnschrift SemiBold</vt:lpstr>
      <vt:lpstr>Calibri</vt:lpstr>
      <vt:lpstr>Calibri Light</vt:lpstr>
      <vt:lpstr>Wingdings</vt:lpstr>
      <vt:lpstr>Retrospektív</vt:lpstr>
      <vt:lpstr>Iskolai étkezéskezelő rendszer</vt:lpstr>
      <vt:lpstr>PowerPoint-bemutató</vt:lpstr>
      <vt:lpstr>PowerPoint-bemutató</vt:lpstr>
      <vt:lpstr>PowerPoint-bemutató</vt:lpstr>
      <vt:lpstr>Funkciók</vt:lpstr>
      <vt:lpstr>Felépítése </vt:lpstr>
      <vt:lpstr>Backend</vt:lpstr>
      <vt:lpstr>Modellek</vt:lpstr>
      <vt:lpstr>PowerPoint-bemutató</vt:lpstr>
      <vt:lpstr>PowerPoint-bemutató</vt:lpstr>
      <vt:lpstr>Frontend</vt:lpstr>
      <vt:lpstr>Adatbázis</vt:lpstr>
      <vt:lpstr>Reszponzivitás</vt:lpstr>
      <vt:lpstr>Tesztelés</vt:lpstr>
      <vt:lpstr>Munkamegosztás</vt:lpstr>
      <vt:lpstr>Munkamegosztás - Backend</vt:lpstr>
      <vt:lpstr>Munkamegosztás - Frontend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Iskolai étkezéskezelő rendszer</dc:title>
  <dc:creator>Atkári Ariella</dc:creator>
  <cp:lastModifiedBy>Atkári Ariella</cp:lastModifiedBy>
  <cp:revision>35</cp:revision>
  <dcterms:created xsi:type="dcterms:W3CDTF">2026-03-03T06:30:40Z</dcterms:created>
  <dcterms:modified xsi:type="dcterms:W3CDTF">2026-03-03T11:35:56Z</dcterms:modified>
</cp:coreProperties>
</file>