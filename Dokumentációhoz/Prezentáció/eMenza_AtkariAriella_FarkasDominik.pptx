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76" r:id="rId2"/>
    <p:sldId id="279" r:id="rId3"/>
    <p:sldId id="259" r:id="rId4"/>
    <p:sldId id="260" r:id="rId5"/>
    <p:sldId id="274" r:id="rId6"/>
    <p:sldId id="285" r:id="rId7"/>
    <p:sldId id="268" r:id="rId8"/>
    <p:sldId id="266" r:id="rId9"/>
    <p:sldId id="269" r:id="rId10"/>
    <p:sldId id="272" r:id="rId11"/>
    <p:sldId id="282" r:id="rId12"/>
    <p:sldId id="283" r:id="rId13"/>
    <p:sldId id="287" r:id="rId14"/>
    <p:sldId id="28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8312"/>
    <a:srgbClr val="BD582C"/>
    <a:srgbClr val="FDF7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06" autoAdjust="0"/>
  </p:normalViewPr>
  <p:slideViewPr>
    <p:cSldViewPr snapToGrid="0">
      <p:cViewPr varScale="1">
        <p:scale>
          <a:sx n="101" d="100"/>
          <a:sy n="101" d="100"/>
        </p:scale>
        <p:origin x="144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DB98DA-128E-4364-BF98-E5A8E296E4F2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73375F-E6FE-4F6E-96C6-6B6BE7EEDE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5202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Githubon</a:t>
            </a:r>
            <a:endParaRPr lang="hu-HU" dirty="0"/>
          </a:p>
          <a:p>
            <a:r>
              <a:rPr lang="hu-HU" dirty="0"/>
              <a:t>Feladatok megosztása – vegyesen frontend, backend. Közös adatbázis tervezés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18082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49964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200" dirty="0"/>
              <a:t>Dinamikus igazodás a kijelzőhöz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200" dirty="0"/>
              <a:t>Optimalizált telefon képernyőhöz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4570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398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3314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458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0963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5591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2223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9496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880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2158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64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17898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9C1AE7B-DA1F-453C-8148-553EEBF678EC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1583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Bahnschrift SemiBold" panose="020B0502040204020203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320753" y="2904573"/>
            <a:ext cx="9760046" cy="200699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5400" b="1" dirty="0">
                <a:latin typeface="Bahnschrift SemiBold" panose="020B0502040204020203" pitchFamily="34" charset="0"/>
              </a:rPr>
              <a:t>Iskolai étkezéskezelő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2286F2D-71DE-4954-8C64-8E9991C98150}"/>
              </a:ext>
            </a:extLst>
          </p:cNvPr>
          <p:cNvSpPr txBox="1">
            <a:spLocks/>
          </p:cNvSpPr>
          <p:nvPr/>
        </p:nvSpPr>
        <p:spPr>
          <a:xfrm>
            <a:off x="3598026" y="3785841"/>
            <a:ext cx="4995949" cy="57150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i="1" cap="all" spc="100" dirty="0">
                <a:solidFill>
                  <a:srgbClr val="BD582C"/>
                </a:solidFill>
                <a:uFill>
                  <a:solidFill>
                    <a:srgbClr val="BD582C"/>
                  </a:solidFill>
                </a:uFill>
                <a:latin typeface="+mj-lt"/>
              </a:rPr>
              <a:t>Vizsgaremek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/>
          <a:stretch/>
        </p:blipFill>
        <p:spPr>
          <a:xfrm>
            <a:off x="3750655" y="1673209"/>
            <a:ext cx="4714591" cy="644014"/>
          </a:xfrm>
          <a:prstGeom prst="rect">
            <a:avLst/>
          </a:prstGeom>
        </p:spPr>
      </p:pic>
      <p:sp>
        <p:nvSpPr>
          <p:cNvPr id="5" name="Alcím 2">
            <a:extLst>
              <a:ext uri="{FF2B5EF4-FFF2-40B4-BE49-F238E27FC236}">
                <a16:creationId xmlns:a16="http://schemas.microsoft.com/office/drawing/2014/main" id="{3E0FCC81-0923-43B1-9ACC-080EBD94427F}"/>
              </a:ext>
            </a:extLst>
          </p:cNvPr>
          <p:cNvSpPr txBox="1">
            <a:spLocks/>
          </p:cNvSpPr>
          <p:nvPr/>
        </p:nvSpPr>
        <p:spPr>
          <a:xfrm>
            <a:off x="127233" y="5659169"/>
            <a:ext cx="5968766" cy="10503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1800" cap="none" spc="0" dirty="0">
                <a:latin typeface="Bahnschrift Light" panose="020B0502040204020203" pitchFamily="34" charset="0"/>
              </a:rPr>
              <a:t>Készítették: Atkári Ariella</a:t>
            </a:r>
            <a:br>
              <a:rPr lang="hu-HU" sz="1800" cap="none" spc="0" dirty="0">
                <a:latin typeface="Bahnschrift Light" panose="020B0502040204020203" pitchFamily="34" charset="0"/>
              </a:rPr>
            </a:br>
            <a:r>
              <a:rPr lang="hu-HU" sz="1800" cap="none" spc="0" dirty="0">
                <a:latin typeface="Bahnschrift Light" panose="020B0502040204020203" pitchFamily="34" charset="0"/>
              </a:rPr>
              <a:t>	      Farkas Dominik</a:t>
            </a:r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2131264" y="2305176"/>
            <a:ext cx="79533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-2984" b="38896"/>
          <a:stretch/>
        </p:blipFill>
        <p:spPr>
          <a:xfrm>
            <a:off x="3738706" y="711670"/>
            <a:ext cx="4855269" cy="949493"/>
          </a:xfrm>
          <a:prstGeom prst="rect">
            <a:avLst/>
          </a:prstGeom>
        </p:spPr>
      </p:pic>
      <p:sp>
        <p:nvSpPr>
          <p:cNvPr id="11" name="Alcím 2">
            <a:extLst>
              <a:ext uri="{FF2B5EF4-FFF2-40B4-BE49-F238E27FC236}">
                <a16:creationId xmlns:a16="http://schemas.microsoft.com/office/drawing/2014/main" id="{7D26B0E8-7A60-4B80-8AF7-628A519872D6}"/>
              </a:ext>
            </a:extLst>
          </p:cNvPr>
          <p:cNvSpPr txBox="1">
            <a:spLocks/>
          </p:cNvSpPr>
          <p:nvPr/>
        </p:nvSpPr>
        <p:spPr>
          <a:xfrm>
            <a:off x="10563224" y="5883809"/>
            <a:ext cx="1628776" cy="402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1800" cap="none" spc="0" dirty="0">
                <a:latin typeface="Bahnschrift Light" panose="020B0502040204020203" pitchFamily="34" charset="0"/>
              </a:rPr>
              <a:t>2026. 03. 03</a:t>
            </a:r>
          </a:p>
        </p:txBody>
      </p:sp>
    </p:spTree>
    <p:extLst>
      <p:ext uri="{BB962C8B-B14F-4D97-AF65-F5344CB8AC3E}">
        <p14:creationId xmlns:p14="http://schemas.microsoft.com/office/powerpoint/2010/main" val="3133121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098000" y="288000"/>
            <a:ext cx="9760046" cy="200699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A projekt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822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6" name="Tartalom helye 2">
            <a:extLst>
              <a:ext uri="{FF2B5EF4-FFF2-40B4-BE49-F238E27FC236}">
                <a16:creationId xmlns:a16="http://schemas.microsoft.com/office/drawing/2014/main" id="{FF047810-2018-4C33-B261-D1F6226BE9D7}"/>
              </a:ext>
            </a:extLst>
          </p:cNvPr>
          <p:cNvSpPr txBox="1">
            <a:spLocks/>
          </p:cNvSpPr>
          <p:nvPr/>
        </p:nvSpPr>
        <p:spPr>
          <a:xfrm>
            <a:off x="1097280" y="1874067"/>
            <a:ext cx="10058400" cy="4330005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Probléma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Papíron történő étkezés rendelés, számlázás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Lemondási nehézségek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Nincs ételopció választási lehetőség</a:t>
            </a:r>
          </a:p>
          <a:p>
            <a:endParaRPr lang="hu-HU" dirty="0">
              <a:latin typeface="Bahnschrift Light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Megoldás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latin typeface="Bahnschrift Light" panose="020B0502040204020203" pitchFamily="34" charset="0"/>
              </a:rPr>
              <a:t> </a:t>
            </a:r>
            <a:r>
              <a:rPr lang="hu-HU" sz="2000" dirty="0">
                <a:latin typeface="Bahnschrift Light" panose="020B0502040204020203" pitchFamily="34" charset="0"/>
              </a:rPr>
              <a:t>Online felület a rendeléshez, lemondáshoz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Előre kiválasztott opció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Digitális számla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070409B-88A6-42DC-B01A-8F8F5314A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8575" y="2498937"/>
            <a:ext cx="3983647" cy="316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993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7330" y="1979084"/>
            <a:ext cx="10058400" cy="4023360"/>
          </a:xfrm>
        </p:spPr>
        <p:txBody>
          <a:bodyPr>
            <a:normAutofit/>
          </a:bodyPr>
          <a:lstStyle/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Regisztráció és bejelentkezés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Étlapkezelés (menü opciók)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Allergének, tápérték információk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Rendelési és lemondási rendszer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Ebédkártya leolvasás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Számla generálás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8A10CF98-B20C-498A-B49A-54F33274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Funkciók</a:t>
            </a:r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C9E5FC47-ECCF-4F59-A408-5D6554FD9058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23AAEA1F-2587-4749-9229-A2366B6B08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E758450C-B61C-4683-B202-BD49BB80DC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6320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5344" y="1889582"/>
            <a:ext cx="10058400" cy="454601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Backend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 err="1"/>
              <a:t>Laravel</a:t>
            </a:r>
            <a:endParaRPr lang="hu-HU" sz="200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Frontend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/>
              <a:t>Vue.js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Adatbázis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/>
              <a:t>Relációs adatbázis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B1162F8F-91B4-45FA-8FCD-4AE20D403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Felépítése </a:t>
            </a:r>
          </a:p>
        </p:txBody>
      </p:sp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C6623B84-5C27-42DA-B75B-974214315DBD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DFFBB35C-87E4-4EE2-AD37-CCCBBCB696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662AE874-06A5-4981-9568-5DE0DB5D35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35863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Munkamegosztás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dirty="0"/>
              <a:t>Atkári Ariella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Adatbázis tervezés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Regisztráció, bejelentkezés</a:t>
            </a:r>
            <a:endParaRPr lang="hu-HU" sz="160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Felehasználók kezelése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Ételek és hozzávalók kezelése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Rendelések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dirty="0"/>
              <a:t>Farkas Dominik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Felhasználói felület tervezés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Hardver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Étlap kezelés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Menü készítő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Számla generálás</a:t>
            </a:r>
          </a:p>
          <a:p>
            <a:endParaRPr lang="hu-HU" dirty="0"/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722FCDE3-11D2-4077-A015-66490BCC018E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4608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AD93B2E8-3D33-41C2-91A8-1FB692380CE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9966BA5A-A620-488E-8615-41FB1F1AE9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3B382D26-9076-4156-8E56-6C797943E1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34913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Backend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Laravel</a:t>
            </a:r>
            <a:r>
              <a:rPr lang="hu-HU" sz="2000" dirty="0"/>
              <a:t> 12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Migrációk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Modellek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Kontrollerek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9D1513B7-E14B-483F-9E1D-2F9ED7A6215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AF68DAD7-58FF-4254-A264-3393E8FB07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8F9A0D26-C9F9-4EBD-9287-1F6D4C562B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5" name="Kép 4">
            <a:extLst>
              <a:ext uri="{FF2B5EF4-FFF2-40B4-BE49-F238E27FC236}">
                <a16:creationId xmlns:a16="http://schemas.microsoft.com/office/drawing/2014/main" id="{D033E091-C059-4214-9245-46658923973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5" t="811" r="5434" b="-1"/>
          <a:stretch/>
        </p:blipFill>
        <p:spPr>
          <a:xfrm>
            <a:off x="5129212" y="1095237"/>
            <a:ext cx="2590800" cy="3807991"/>
          </a:xfrm>
          <a:prstGeom prst="rect">
            <a:avLst/>
          </a:prstGeom>
          <a:ln w="76200" cap="sq">
            <a:solidFill>
              <a:srgbClr val="E48312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B37DBD32-194B-4032-B284-F858E2573DE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9" r="11023"/>
          <a:stretch/>
        </p:blipFill>
        <p:spPr>
          <a:xfrm>
            <a:off x="8617510" y="2051684"/>
            <a:ext cx="2657475" cy="3620005"/>
          </a:xfrm>
          <a:prstGeom prst="rect">
            <a:avLst/>
          </a:prstGeom>
          <a:ln w="76200" cap="sq">
            <a:solidFill>
              <a:srgbClr val="E48312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096938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zöveg helye 3">
            <a:extLst>
              <a:ext uri="{FF2B5EF4-FFF2-40B4-BE49-F238E27FC236}">
                <a16:creationId xmlns:a16="http://schemas.microsoft.com/office/drawing/2014/main" id="{5A03AB81-7D99-4C1A-BBE2-72744575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Vue.js 3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Axios</a:t>
            </a:r>
            <a:endParaRPr lang="hu-HU" sz="20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Bootstrap</a:t>
            </a:r>
            <a:endParaRPr lang="hu-HU" sz="20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56BAE57D-1584-4B02-A4E9-FF150F428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Frontend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D03ACE2-F537-4DD5-8C31-221864AAC31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77" t="5911" r="45001" b="3142"/>
          <a:stretch/>
        </p:blipFill>
        <p:spPr>
          <a:xfrm>
            <a:off x="5138832" y="1081087"/>
            <a:ext cx="2552700" cy="4695825"/>
          </a:xfrm>
          <a:prstGeom prst="rect">
            <a:avLst/>
          </a:prstGeom>
          <a:ln w="76200" cap="sq">
            <a:solidFill>
              <a:srgbClr val="E48312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A710C213-02AB-4860-89DB-F1799A2881B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647"/>
          <a:stretch/>
        </p:blipFill>
        <p:spPr>
          <a:xfrm>
            <a:off x="8448864" y="2530640"/>
            <a:ext cx="2552700" cy="2181529"/>
          </a:xfrm>
          <a:prstGeom prst="rect">
            <a:avLst/>
          </a:prstGeom>
          <a:ln w="76200" cap="sq">
            <a:solidFill>
              <a:srgbClr val="E48312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grpSp>
        <p:nvGrpSpPr>
          <p:cNvPr id="8" name="Csoportba foglalás 7">
            <a:extLst>
              <a:ext uri="{FF2B5EF4-FFF2-40B4-BE49-F238E27FC236}">
                <a16:creationId xmlns:a16="http://schemas.microsoft.com/office/drawing/2014/main" id="{BD8D9C24-6A98-4359-8A9D-3FEAE8066B38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38EFA0F7-79F5-4841-B0B4-BA913AF4FF0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BDF66BF5-56DB-473D-A8D7-100866CBF0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80736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554" y="1911310"/>
            <a:ext cx="10058400" cy="402336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18 tábla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Mintaadatok</a:t>
            </a:r>
          </a:p>
          <a:p>
            <a:endParaRPr lang="hu-HU" dirty="0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Adatbázis</a:t>
            </a:r>
          </a:p>
        </p:txBody>
      </p:sp>
      <p:grpSp>
        <p:nvGrpSpPr>
          <p:cNvPr id="7" name="Csoportba foglalás 6">
            <a:extLst>
              <a:ext uri="{FF2B5EF4-FFF2-40B4-BE49-F238E27FC236}">
                <a16:creationId xmlns:a16="http://schemas.microsoft.com/office/drawing/2014/main" id="{E802B2B8-8A4C-4A1C-A3DA-1085A7D5C7F6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2F280203-E1A7-4586-A915-B522FFD904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90937401-8474-4C4C-8353-0BC085D4C9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5" name="Kép 4">
            <a:extLst>
              <a:ext uri="{FF2B5EF4-FFF2-40B4-BE49-F238E27FC236}">
                <a16:creationId xmlns:a16="http://schemas.microsoft.com/office/drawing/2014/main" id="{12F1D82F-A13E-4282-A8D3-3080BA7F58C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840" t="-648" r="28565" b="-478"/>
          <a:stretch/>
        </p:blipFill>
        <p:spPr>
          <a:xfrm>
            <a:off x="1600330" y="2929002"/>
            <a:ext cx="2435383" cy="3005668"/>
          </a:xfrm>
          <a:prstGeom prst="rect">
            <a:avLst/>
          </a:prstGeom>
          <a:ln w="76200" cap="sq">
            <a:solidFill>
              <a:srgbClr val="E48312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8C8BC51D-DF64-430A-A8BB-E07E485D991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470" t="6179" r="12388" b="1762"/>
          <a:stretch/>
        </p:blipFill>
        <p:spPr>
          <a:xfrm>
            <a:off x="5825643" y="1800543"/>
            <a:ext cx="5833087" cy="4338393"/>
          </a:xfrm>
          <a:prstGeom prst="rect">
            <a:avLst/>
          </a:prstGeom>
          <a:ln w="76200" cap="sq">
            <a:solidFill>
              <a:srgbClr val="E48312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387993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 err="1">
                <a:latin typeface="Bahnschrift SemiBold" panose="020B0502040204020203" pitchFamily="34" charset="0"/>
              </a:rPr>
              <a:t>Reszponzivitás</a:t>
            </a:r>
            <a:endParaRPr lang="hu-HU" dirty="0">
              <a:latin typeface="Bahnschrift SemiBold" panose="020B0502040204020203" pitchFamily="34" charset="0"/>
            </a:endParaRP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85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 err="1"/>
              <a:t>Bootstrap</a:t>
            </a:r>
            <a:endParaRPr lang="hu-HU" sz="1800" dirty="0"/>
          </a:p>
        </p:txBody>
      </p:sp>
      <p:grpSp>
        <p:nvGrpSpPr>
          <p:cNvPr id="6" name="Csoportba foglalás 5">
            <a:extLst>
              <a:ext uri="{FF2B5EF4-FFF2-40B4-BE49-F238E27FC236}">
                <a16:creationId xmlns:a16="http://schemas.microsoft.com/office/drawing/2014/main" id="{3317F239-9F4A-4F2E-A3AC-DBDE360A6AF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7" name="Kép 6">
              <a:extLst>
                <a:ext uri="{FF2B5EF4-FFF2-40B4-BE49-F238E27FC236}">
                  <a16:creationId xmlns:a16="http://schemas.microsoft.com/office/drawing/2014/main" id="{C2CC19C8-CD10-42F5-9D72-C77B335B05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5AF4A5EB-86E0-4324-B31A-9A09255FD8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0190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Tesztelés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dirty="0" err="1"/>
              <a:t>BAckend</a:t>
            </a:r>
            <a:endParaRPr lang="hu-HU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573868"/>
            <a:ext cx="4937760" cy="3378200"/>
          </a:xfrm>
        </p:spPr>
        <p:txBody>
          <a:bodyPr/>
          <a:lstStyle/>
          <a:p>
            <a:pPr lvl="1" algn="ctr">
              <a:buFont typeface="Arial" panose="020B0604020202020204" pitchFamily="34" charset="0"/>
              <a:buChar char="•"/>
            </a:pPr>
            <a:r>
              <a:rPr lang="hu-HU" dirty="0"/>
              <a:t>Postman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dirty="0"/>
              <a:t>frontend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lvl="1" algn="ctr">
              <a:buFont typeface="Arial" panose="020B0604020202020204" pitchFamily="34" charset="0"/>
              <a:buChar char="•"/>
            </a:pPr>
            <a:r>
              <a:rPr lang="hu-HU" dirty="0" err="1"/>
              <a:t>Selenium</a:t>
            </a:r>
            <a:r>
              <a:rPr lang="hu-HU" dirty="0"/>
              <a:t> </a:t>
            </a:r>
            <a:r>
              <a:rPr lang="hu-HU" dirty="0" err="1"/>
              <a:t>Library</a:t>
            </a:r>
            <a:r>
              <a:rPr lang="hu-HU" dirty="0"/>
              <a:t> – </a:t>
            </a:r>
            <a:r>
              <a:rPr lang="hu-HU" dirty="0" err="1"/>
              <a:t>Robotframework</a:t>
            </a:r>
            <a:endParaRPr lang="hu-HU" dirty="0"/>
          </a:p>
          <a:p>
            <a:pPr marL="201168" lvl="1" indent="0">
              <a:buNone/>
            </a:pPr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257008D6-FD12-4F82-9FAE-0E4266FC30C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3" name="Kép 12">
              <a:extLst>
                <a:ext uri="{FF2B5EF4-FFF2-40B4-BE49-F238E27FC236}">
                  <a16:creationId xmlns:a16="http://schemas.microsoft.com/office/drawing/2014/main" id="{146B191F-A718-4014-B337-0005E2B62BA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4" name="Kép 13">
              <a:extLst>
                <a:ext uri="{FF2B5EF4-FFF2-40B4-BE49-F238E27FC236}">
                  <a16:creationId xmlns:a16="http://schemas.microsoft.com/office/drawing/2014/main" id="{3C0678C3-DC3F-47F5-8610-DB4180EAD20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8" name="Kép 7">
            <a:extLst>
              <a:ext uri="{FF2B5EF4-FFF2-40B4-BE49-F238E27FC236}">
                <a16:creationId xmlns:a16="http://schemas.microsoft.com/office/drawing/2014/main" id="{65D09F99-D0F3-443A-AAEC-7BE7F46CE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2568" b="49410"/>
          <a:stretch/>
        </p:blipFill>
        <p:spPr>
          <a:xfrm>
            <a:off x="2227708" y="3310150"/>
            <a:ext cx="2645282" cy="2448262"/>
          </a:xfrm>
          <a:prstGeom prst="rect">
            <a:avLst/>
          </a:prstGeom>
          <a:ln w="76200" cap="sq">
            <a:solidFill>
              <a:srgbClr val="E48312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C0EA3B83-8F57-4D5D-B3CB-8E7AE8FF75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68" t="7300" r="26371" b="-353"/>
          <a:stretch/>
        </p:blipFill>
        <p:spPr>
          <a:xfrm>
            <a:off x="7562850" y="3552296"/>
            <a:ext cx="2247900" cy="1143529"/>
          </a:xfrm>
          <a:prstGeom prst="rect">
            <a:avLst/>
          </a:prstGeom>
          <a:ln w="76200" cap="sq">
            <a:solidFill>
              <a:srgbClr val="E48312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316647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1209675" y="1737360"/>
            <a:ext cx="994600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Fejlesztési lehetőségek</a:t>
            </a: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654E07C9-ACD1-4AF5-9ECE-29158423F871}"/>
              </a:ext>
            </a:extLst>
          </p:cNvPr>
          <p:cNvSpPr txBox="1">
            <a:spLocks/>
          </p:cNvSpPr>
          <p:nvPr/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Mobilalkalmazás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Értesítés küldés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Több iskolára, több szolgáltatóra bontás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Ételek értékelése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Étkeztetési rend osztályokra, csoportokra bontva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Online fizetés (</a:t>
            </a:r>
            <a:r>
              <a:rPr lang="hu-HU" sz="2000" dirty="0" err="1">
                <a:latin typeface="Bahnschrift Light" panose="020B0502040204020203" pitchFamily="34" charset="0"/>
              </a:rPr>
              <a:t>SimplePay</a:t>
            </a:r>
            <a:r>
              <a:rPr lang="hu-HU" sz="2000" dirty="0">
                <a:latin typeface="Bahnschrift Light" panose="020B0502040204020203" pitchFamily="34" charset="0"/>
              </a:rPr>
              <a:t>)</a:t>
            </a:r>
          </a:p>
          <a:p>
            <a:pPr marL="201168" lvl="1" indent="0">
              <a:buFont typeface="Calibri" pitchFamily="34" charset="0"/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800790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 err="1">
                <a:latin typeface="Bahnschrift SemiBold" panose="020B0502040204020203" pitchFamily="34" charset="0"/>
              </a:rPr>
              <a:t>Demo</a:t>
            </a:r>
            <a:endParaRPr lang="hu-HU" sz="6000" b="1" dirty="0">
              <a:latin typeface="Bahnschrift SemiBold" panose="020B0502040204020203" pitchFamily="34" charset="0"/>
            </a:endParaRP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273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>
                <a:latin typeface="Bahnschrift SemiBold" panose="020B0502040204020203" pitchFamily="34" charset="0"/>
              </a:rPr>
              <a:t>Kérdések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649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>
                <a:latin typeface="Bahnschrift SemiBold" panose="020B0502040204020203" pitchFamily="34" charset="0"/>
              </a:rPr>
              <a:t>Köszönjük a figyelmet!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24430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ktív">
  <a:themeElements>
    <a:clrScheme name="Retrospektív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ktív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ktív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211</Words>
  <Application>Microsoft Office PowerPoint</Application>
  <PresentationFormat>Szélesvásznú</PresentationFormat>
  <Paragraphs>78</Paragraphs>
  <Slides>14</Slides>
  <Notes>3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21" baseType="lpstr">
      <vt:lpstr>Arial</vt:lpstr>
      <vt:lpstr>Bahnschrift Light</vt:lpstr>
      <vt:lpstr>Bahnschrift SemiBold</vt:lpstr>
      <vt:lpstr>Calibri</vt:lpstr>
      <vt:lpstr>Calibri Light</vt:lpstr>
      <vt:lpstr>Wingdings</vt:lpstr>
      <vt:lpstr>Retrospektív</vt:lpstr>
      <vt:lpstr>PowerPoint-bemutató</vt:lpstr>
      <vt:lpstr>PowerPoint-bemutató</vt:lpstr>
      <vt:lpstr>Funkciók</vt:lpstr>
      <vt:lpstr>Felépítése </vt:lpstr>
      <vt:lpstr>Munkamegosztás</vt:lpstr>
      <vt:lpstr>Backend</vt:lpstr>
      <vt:lpstr>Frontend</vt:lpstr>
      <vt:lpstr>Adatbázis</vt:lpstr>
      <vt:lpstr>Reszponzivitás</vt:lpstr>
      <vt:lpstr>Tesztelés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Iskolai étkezéskezelő rendszer</dc:title>
  <dc:creator>Atkári Ariella</dc:creator>
  <cp:lastModifiedBy>Atkári Ariella</cp:lastModifiedBy>
  <cp:revision>60</cp:revision>
  <dcterms:created xsi:type="dcterms:W3CDTF">2026-03-03T06:30:40Z</dcterms:created>
  <dcterms:modified xsi:type="dcterms:W3CDTF">2026-03-10T08:34:43Z</dcterms:modified>
</cp:coreProperties>
</file>