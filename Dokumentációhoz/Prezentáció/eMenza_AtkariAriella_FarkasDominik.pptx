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0" r:id="rId5"/>
    <p:sldId id="261" r:id="rId6"/>
    <p:sldId id="264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7E9"/>
    <a:srgbClr val="BD58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6" autoAdjust="0"/>
  </p:normalViewPr>
  <p:slideViewPr>
    <p:cSldViewPr snapToGrid="0">
      <p:cViewPr varScale="1">
        <p:scale>
          <a:sx n="101" d="100"/>
          <a:sy n="101" d="100"/>
        </p:scale>
        <p:origin x="144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398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3314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458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0963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5591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2223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949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880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2158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64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7898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9C1AE7B-DA1F-453C-8148-553EEBF678EC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158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CFC31C5-22A4-4AE3-B1CF-E8D47EC9E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3445" y="2188373"/>
            <a:ext cx="9405110" cy="2006995"/>
          </a:xfrm>
        </p:spPr>
        <p:txBody>
          <a:bodyPr>
            <a:normAutofit/>
          </a:bodyPr>
          <a:lstStyle/>
          <a:p>
            <a:pPr algn="ctr"/>
            <a:r>
              <a:rPr lang="hu-HU" sz="6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66EABAC-7B22-4B25-BA11-44565DB22B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98026" y="4540867"/>
            <a:ext cx="4995949" cy="571500"/>
          </a:xfrm>
        </p:spPr>
        <p:txBody>
          <a:bodyPr/>
          <a:lstStyle/>
          <a:p>
            <a:pPr algn="ctr"/>
            <a:r>
              <a:rPr lang="hu-HU" dirty="0">
                <a:solidFill>
                  <a:srgbClr val="BD582C"/>
                </a:solidFill>
              </a:rPr>
              <a:t>Vizsgaremek bemutatása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2BE6240C-4E50-4306-A1E5-2B741DF50B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8694" y="574906"/>
            <a:ext cx="4895281" cy="1613467"/>
          </a:xfrm>
          <a:prstGeom prst="rect">
            <a:avLst/>
          </a:prstGeom>
        </p:spPr>
      </p:pic>
      <p:sp>
        <p:nvSpPr>
          <p:cNvPr id="16" name="Alcím 2">
            <a:extLst>
              <a:ext uri="{FF2B5EF4-FFF2-40B4-BE49-F238E27FC236}">
                <a16:creationId xmlns:a16="http://schemas.microsoft.com/office/drawing/2014/main" id="{3E69796C-B4B2-4B1E-8202-6CEDA3AAC5F9}"/>
              </a:ext>
            </a:extLst>
          </p:cNvPr>
          <p:cNvSpPr txBox="1">
            <a:spLocks/>
          </p:cNvSpPr>
          <p:nvPr/>
        </p:nvSpPr>
        <p:spPr>
          <a:xfrm>
            <a:off x="232010" y="5803364"/>
            <a:ext cx="5968766" cy="5715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800" dirty="0"/>
              <a:t>Készítették: Atkári Ariella</a:t>
            </a:r>
            <a:br>
              <a:rPr lang="hu-HU" sz="1800" dirty="0"/>
            </a:br>
            <a:r>
              <a:rPr lang="hu-HU" sz="1800" dirty="0"/>
              <a:t>	         Farkas Dominik</a:t>
            </a:r>
          </a:p>
        </p:txBody>
      </p:sp>
    </p:spTree>
    <p:extLst>
      <p:ext uri="{BB962C8B-B14F-4D97-AF65-F5344CB8AC3E}">
        <p14:creationId xmlns:p14="http://schemas.microsoft.com/office/powerpoint/2010/main" val="2578279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EAD2E5-4CA4-4129-A4F2-E7E2732B3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157A2FA-3642-4FB8-BD9B-8386766FDF7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2000"/>
          </a:blip>
          <a:srcRect t="20576"/>
          <a:stretch/>
        </p:blipFill>
        <p:spPr>
          <a:xfrm>
            <a:off x="10561520" y="286603"/>
            <a:ext cx="1373305" cy="1064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52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Regisztráció és bejelentkezés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Étlapkezelés (menü opciók, allergének)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Rendelési és lemondási rendszer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Ebédkártya leolvasás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Számla generálás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Fizetés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8A10CF98-B20C-498A-B49A-54F33274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Funkciók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B1DA321-C6CE-4E44-B524-82392077388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2000"/>
          </a:blip>
          <a:srcRect t="20576"/>
          <a:stretch/>
        </p:blipFill>
        <p:spPr>
          <a:xfrm>
            <a:off x="10561520" y="286603"/>
            <a:ext cx="1373305" cy="1064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320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Backend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Frontend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hu-HU" dirty="0"/>
              <a:t> Adatbázis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B1162F8F-91B4-45FA-8FCD-4AE20D403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Felépítése 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8454631-B18C-4D10-AB47-F3495CAE365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2000"/>
          </a:blip>
          <a:srcRect t="20576"/>
          <a:stretch/>
        </p:blipFill>
        <p:spPr>
          <a:xfrm>
            <a:off x="10561520" y="286603"/>
            <a:ext cx="1373305" cy="1064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863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endParaRPr lang="hu-HU" b="1" dirty="0">
              <a:latin typeface="Bahnschrift SemiBold" panose="020B0502040204020203" pitchFamily="34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3F694373-D505-4854-9BB6-8E6B71C212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2000"/>
          </a:blip>
          <a:srcRect t="20576"/>
          <a:stretch/>
        </p:blipFill>
        <p:spPr>
          <a:xfrm>
            <a:off x="10561520" y="286603"/>
            <a:ext cx="1373305" cy="1064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896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DA796D-D1FA-43BA-9B00-4A955CBFF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AC126C2-C78D-4926-A723-4A7B4A7089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hu-HU" sz="2400" dirty="0"/>
              <a:t>Atkári Ariella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Backend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7D630CEF-CEDB-4570-8BE4-3173C05B3B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hu-HU" sz="2400" dirty="0"/>
              <a:t>Farkas Dominik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1800" dirty="0"/>
              <a:t> Frontend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9668C0A-C653-4E00-BA23-D1C9E2707B7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2000"/>
          </a:blip>
          <a:srcRect t="20576"/>
          <a:stretch/>
        </p:blipFill>
        <p:spPr>
          <a:xfrm>
            <a:off x="10561520" y="286603"/>
            <a:ext cx="1373305" cy="1064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602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6C38FA-8136-4AD4-AEB2-C067812DA12E}"/>
              </a:ext>
            </a:extLst>
          </p:cNvPr>
          <p:cNvSpPr txBox="1">
            <a:spLocks/>
          </p:cNvSpPr>
          <p:nvPr/>
        </p:nvSpPr>
        <p:spPr>
          <a:xfrm>
            <a:off x="1631570" y="1422005"/>
            <a:ext cx="9405110" cy="200699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Köszönjük a figyelmet!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D7DB48F-9832-4ED6-A202-9D619B5AC63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F33064C-B813-4C21-BF7E-3F16E425FA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576362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63</Words>
  <Application>Microsoft Office PowerPoint</Application>
  <PresentationFormat>Szélesvásznú</PresentationFormat>
  <Paragraphs>21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3" baseType="lpstr">
      <vt:lpstr>Arial</vt:lpstr>
      <vt:lpstr>Bahnschrift SemiBold</vt:lpstr>
      <vt:lpstr>Calibri</vt:lpstr>
      <vt:lpstr>Calibri Light</vt:lpstr>
      <vt:lpstr>Wingdings</vt:lpstr>
      <vt:lpstr>Retrospektív</vt:lpstr>
      <vt:lpstr>Iskolai étkezéskezelő rendszer</vt:lpstr>
      <vt:lpstr>A projekt bemutatása</vt:lpstr>
      <vt:lpstr>Funkciók</vt:lpstr>
      <vt:lpstr>Felépítése </vt:lpstr>
      <vt:lpstr>PowerPoint-bemutató</vt:lpstr>
      <vt:lpstr>Munkamegosztás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Iskolai étkezéskezelő rendszer</dc:title>
  <dc:creator>Atkári Ariella</dc:creator>
  <cp:lastModifiedBy>Atkári Ariella</cp:lastModifiedBy>
  <cp:revision>12</cp:revision>
  <dcterms:created xsi:type="dcterms:W3CDTF">2026-03-03T06:30:40Z</dcterms:created>
  <dcterms:modified xsi:type="dcterms:W3CDTF">2026-03-03T09:42:02Z</dcterms:modified>
</cp:coreProperties>
</file>