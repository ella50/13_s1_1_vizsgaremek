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76" r:id="rId3"/>
    <p:sldId id="279" r:id="rId4"/>
    <p:sldId id="280" r:id="rId5"/>
    <p:sldId id="259" r:id="rId6"/>
    <p:sldId id="260" r:id="rId7"/>
    <p:sldId id="274" r:id="rId8"/>
    <p:sldId id="261" r:id="rId9"/>
    <p:sldId id="285" r:id="rId10"/>
    <p:sldId id="268" r:id="rId11"/>
    <p:sldId id="267" r:id="rId12"/>
    <p:sldId id="265" r:id="rId13"/>
    <p:sldId id="266" r:id="rId14"/>
    <p:sldId id="269" r:id="rId15"/>
    <p:sldId id="272" r:id="rId16"/>
    <p:sldId id="282" r:id="rId17"/>
    <p:sldId id="283" r:id="rId18"/>
    <p:sldId id="287" r:id="rId19"/>
    <p:sldId id="28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6" autoAdjust="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C31C5-22A4-4AE3-B1CF-E8D47EC9E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445" y="2188373"/>
            <a:ext cx="9405110" cy="2006995"/>
          </a:xfrm>
        </p:spPr>
        <p:txBody>
          <a:bodyPr>
            <a:normAutofit/>
          </a:bodyPr>
          <a:lstStyle/>
          <a:p>
            <a:pPr algn="ctr"/>
            <a:r>
              <a:rPr lang="hu-HU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66EABAC-7B22-4B25-BA11-44565DB22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8026" y="4540867"/>
            <a:ext cx="4995949" cy="571500"/>
          </a:xfrm>
        </p:spPr>
        <p:txBody>
          <a:bodyPr/>
          <a:lstStyle/>
          <a:p>
            <a:pPr algn="ctr"/>
            <a:r>
              <a:rPr lang="hu-HU" i="1" dirty="0">
                <a:solidFill>
                  <a:srgbClr val="BD582C"/>
                </a:solidFill>
              </a:rPr>
              <a:t>Vizsgaremek bemutatása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2BE6240C-4E50-4306-A1E5-2B741DF50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359" y="1208890"/>
            <a:ext cx="4895281" cy="1613467"/>
          </a:xfrm>
          <a:prstGeom prst="rect">
            <a:avLst/>
          </a:prstGeom>
        </p:spPr>
      </p:pic>
      <p:sp>
        <p:nvSpPr>
          <p:cNvPr id="16" name="Alcím 2">
            <a:extLst>
              <a:ext uri="{FF2B5EF4-FFF2-40B4-BE49-F238E27FC236}">
                <a16:creationId xmlns:a16="http://schemas.microsoft.com/office/drawing/2014/main" id="{3E69796C-B4B2-4B1E-8202-6CEDA3AAC5F9}"/>
              </a:ext>
            </a:extLst>
          </p:cNvPr>
          <p:cNvSpPr txBox="1">
            <a:spLocks/>
          </p:cNvSpPr>
          <p:nvPr/>
        </p:nvSpPr>
        <p:spPr>
          <a:xfrm>
            <a:off x="232010" y="5803364"/>
            <a:ext cx="5968766" cy="5715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b="1" dirty="0"/>
              <a:t>Készítették: Atkári Ariella</a:t>
            </a:r>
            <a:br>
              <a:rPr lang="hu-HU" sz="1800" b="1" dirty="0"/>
            </a:br>
            <a:r>
              <a:rPr lang="hu-HU" sz="1800" b="1" dirty="0"/>
              <a:t>	         Farkas Dominik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96003F0B-BE7C-47FF-933B-026483BC2ADF}"/>
              </a:ext>
            </a:extLst>
          </p:cNvPr>
          <p:cNvSpPr txBox="1">
            <a:spLocks/>
          </p:cNvSpPr>
          <p:nvPr/>
        </p:nvSpPr>
        <p:spPr>
          <a:xfrm>
            <a:off x="10588609" y="5936714"/>
            <a:ext cx="1480604" cy="571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dirty="0"/>
              <a:t>2026.03.03</a:t>
            </a:r>
          </a:p>
        </p:txBody>
      </p:sp>
    </p:spTree>
    <p:extLst>
      <p:ext uri="{BB962C8B-B14F-4D97-AF65-F5344CB8AC3E}">
        <p14:creationId xmlns:p14="http://schemas.microsoft.com/office/powerpoint/2010/main" val="2578279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50655" y="1673209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31264" y="2305176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38706" y="711670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B238462E-F8EB-407F-B0B6-3AE443BB552F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ételopció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49A29CF-1647-4A99-9A6A-32ED360AB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998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/>
              <a:t>Relációs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Backend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Frontend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Backend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Frontend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Laravel</a:t>
            </a:r>
            <a:r>
              <a:rPr lang="hu-HU" dirty="0"/>
              <a:t> 12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Migrációk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Modellek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/>
              <a:t>Kontrollerek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Kepek</a:t>
            </a:r>
            <a:r>
              <a:rPr lang="hu-HU" dirty="0"/>
              <a:t> (</a:t>
            </a:r>
            <a:r>
              <a:rPr lang="hu-HU" dirty="0" err="1"/>
              <a:t>model</a:t>
            </a:r>
            <a:r>
              <a:rPr lang="hu-HU" dirty="0"/>
              <a:t>, </a:t>
            </a:r>
            <a:r>
              <a:rPr lang="hu-HU" dirty="0" err="1"/>
              <a:t>controllel</a:t>
            </a:r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Backend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776B3672-EA20-4C64-B11B-9A18CAC805C9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6299F4D8-F0A2-45AE-9DD3-315E8BDF2A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4E2168DE-8E21-4CEB-B2EC-917B240019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6896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Laravel</a:t>
            </a:r>
            <a:r>
              <a:rPr lang="hu-HU" sz="1800" dirty="0"/>
              <a:t> 12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sp>
        <p:nvSpPr>
          <p:cNvPr id="7" name="Szöveg helye 3">
            <a:extLst>
              <a:ext uri="{FF2B5EF4-FFF2-40B4-BE49-F238E27FC236}">
                <a16:creationId xmlns:a16="http://schemas.microsoft.com/office/drawing/2014/main" id="{61BBB51D-A651-4F71-AC1C-5BFA779D5C9B}"/>
              </a:ext>
            </a:extLst>
          </p:cNvPr>
          <p:cNvSpPr txBox="1">
            <a:spLocks/>
          </p:cNvSpPr>
          <p:nvPr/>
        </p:nvSpPr>
        <p:spPr>
          <a:xfrm>
            <a:off x="4185719" y="2669471"/>
            <a:ext cx="3562350" cy="3684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5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/>
              <a:t>User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Vue.js 3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Axios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Bootstrap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Kepek</a:t>
            </a:r>
            <a:r>
              <a:rPr lang="hu-HU" sz="1800" dirty="0"/>
              <a:t>: </a:t>
            </a:r>
            <a:r>
              <a:rPr lang="hu-HU" sz="1800" dirty="0" err="1"/>
              <a:t>vue</a:t>
            </a:r>
            <a:r>
              <a:rPr lang="hu-HU" sz="1800" dirty="0"/>
              <a:t> oldalak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BC1CFA-A756-4730-9608-D06BB3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8C578E4-409C-45D7-8961-22483CEEC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681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Vuejs</a:t>
            </a:r>
            <a:r>
              <a:rPr lang="hu-HU" dirty="0"/>
              <a:t> 3</a:t>
            </a:r>
          </a:p>
          <a:p>
            <a:r>
              <a:rPr lang="hu-HU" dirty="0" err="1"/>
              <a:t>Axios</a:t>
            </a:r>
            <a:endParaRPr lang="hu-HU" dirty="0"/>
          </a:p>
          <a:p>
            <a:r>
              <a:rPr lang="hu-HU" dirty="0"/>
              <a:t>bővítmények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Frontend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15ADBE7A-C248-4CA3-8263-604D44A26A5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B5CD5F08-FF35-4A18-A4DD-6D1908F4F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72191454-7B04-488C-B16A-2741D5416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9911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X tábla</a:t>
            </a:r>
          </a:p>
          <a:p>
            <a:r>
              <a:rPr lang="hu-HU" dirty="0"/>
              <a:t>Mintaadatok (</a:t>
            </a:r>
            <a:r>
              <a:rPr lang="hu-HU" dirty="0" err="1"/>
              <a:t>seeder</a:t>
            </a:r>
            <a:r>
              <a:rPr lang="hu-HU" dirty="0"/>
              <a:t>): </a:t>
            </a:r>
          </a:p>
          <a:p>
            <a:r>
              <a:rPr lang="hu-HU" dirty="0"/>
              <a:t>Adatbázis kép részlet</a:t>
            </a:r>
          </a:p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Bootstrap</a:t>
            </a: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Optimalizált telefon képernyőhöz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/>
              <a:t>kepek</a:t>
            </a: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Mobilalkalmazás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Értesítés küldés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Több iskolára, több szolgáltatóra bontás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Ételek értékelése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Étkeztetési rend osztályokra, csoportokra bontva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Fizetés online (SimplePay)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000"/>
              <a:t>Egyenleg feltöltése??</a:t>
            </a: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Kérdések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4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233</Words>
  <Application>Microsoft Office PowerPoint</Application>
  <PresentationFormat>Szélesvásznú</PresentationFormat>
  <Paragraphs>92</Paragraphs>
  <Slides>19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6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Iskolai étkezéskezelő rendszer</vt:lpstr>
      <vt:lpstr>PowerPoint-bemutató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Backend</vt:lpstr>
      <vt:lpstr>Frontend</vt:lpstr>
      <vt:lpstr>PowerPoint-bemutató</vt:lpstr>
      <vt:lpstr>Frontend</vt:lpstr>
      <vt:lpstr>Adatbázis</vt:lpstr>
      <vt:lpstr>Reszponzivitás</vt:lpstr>
      <vt:lpstr>Tesztelés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52</cp:revision>
  <dcterms:created xsi:type="dcterms:W3CDTF">2026-03-03T06:30:40Z</dcterms:created>
  <dcterms:modified xsi:type="dcterms:W3CDTF">2026-03-10T07:24:29Z</dcterms:modified>
</cp:coreProperties>
</file>