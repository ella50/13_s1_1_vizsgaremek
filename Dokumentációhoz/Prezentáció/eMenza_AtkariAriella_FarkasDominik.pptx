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76" r:id="rId3"/>
    <p:sldId id="279" r:id="rId4"/>
    <p:sldId id="280" r:id="rId5"/>
    <p:sldId id="259" r:id="rId6"/>
    <p:sldId id="260" r:id="rId7"/>
    <p:sldId id="261" r:id="rId8"/>
    <p:sldId id="271" r:id="rId9"/>
    <p:sldId id="285" r:id="rId10"/>
    <p:sldId id="268" r:id="rId11"/>
    <p:sldId id="267" r:id="rId12"/>
    <p:sldId id="265" r:id="rId13"/>
    <p:sldId id="266" r:id="rId14"/>
    <p:sldId id="286" r:id="rId15"/>
    <p:sldId id="269" r:id="rId16"/>
    <p:sldId id="272" r:id="rId17"/>
    <p:sldId id="264" r:id="rId18"/>
    <p:sldId id="274" r:id="rId19"/>
    <p:sldId id="273" r:id="rId20"/>
    <p:sldId id="282" r:id="rId21"/>
    <p:sldId id="283" r:id="rId22"/>
    <p:sldId id="28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6" autoAdjust="0"/>
  </p:normalViewPr>
  <p:slideViewPr>
    <p:cSldViewPr snapToGrid="0">
      <p:cViewPr varScale="1">
        <p:scale>
          <a:sx n="101" d="100"/>
          <a:sy n="101" d="100"/>
        </p:scale>
        <p:origin x="7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7787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0455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C31C5-22A4-4AE3-B1CF-E8D47EC9E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445" y="2188373"/>
            <a:ext cx="9405110" cy="2006995"/>
          </a:xfrm>
        </p:spPr>
        <p:txBody>
          <a:bodyPr>
            <a:normAutofit/>
          </a:bodyPr>
          <a:lstStyle/>
          <a:p>
            <a:pPr algn="ctr"/>
            <a:r>
              <a:rPr lang="hu-HU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66EABAC-7B22-4B25-BA11-44565DB22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8026" y="4540867"/>
            <a:ext cx="4995949" cy="571500"/>
          </a:xfrm>
        </p:spPr>
        <p:txBody>
          <a:bodyPr/>
          <a:lstStyle/>
          <a:p>
            <a:pPr algn="ctr"/>
            <a:r>
              <a:rPr lang="hu-HU" i="1" dirty="0">
                <a:solidFill>
                  <a:srgbClr val="BD582C"/>
                </a:solidFill>
              </a:rPr>
              <a:t>Vizsgaremek bemutatása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2BE6240C-4E50-4306-A1E5-2B741DF50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359" y="1208890"/>
            <a:ext cx="4895281" cy="1613467"/>
          </a:xfrm>
          <a:prstGeom prst="rect">
            <a:avLst/>
          </a:prstGeom>
        </p:spPr>
      </p:pic>
      <p:sp>
        <p:nvSpPr>
          <p:cNvPr id="16" name="Alcím 2">
            <a:extLst>
              <a:ext uri="{FF2B5EF4-FFF2-40B4-BE49-F238E27FC236}">
                <a16:creationId xmlns:a16="http://schemas.microsoft.com/office/drawing/2014/main" id="{3E69796C-B4B2-4B1E-8202-6CEDA3AAC5F9}"/>
              </a:ext>
            </a:extLst>
          </p:cNvPr>
          <p:cNvSpPr txBox="1">
            <a:spLocks/>
          </p:cNvSpPr>
          <p:nvPr/>
        </p:nvSpPr>
        <p:spPr>
          <a:xfrm>
            <a:off x="232010" y="5803364"/>
            <a:ext cx="5968766" cy="5715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b="1" dirty="0"/>
              <a:t>Készítették: Atkári Ariella</a:t>
            </a:r>
            <a:br>
              <a:rPr lang="hu-HU" sz="1800" b="1" dirty="0"/>
            </a:br>
            <a:r>
              <a:rPr lang="hu-HU" sz="1800" b="1" dirty="0"/>
              <a:t>	         Farkas Dominik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96003F0B-BE7C-47FF-933B-026483BC2ADF}"/>
              </a:ext>
            </a:extLst>
          </p:cNvPr>
          <p:cNvSpPr txBox="1">
            <a:spLocks/>
          </p:cNvSpPr>
          <p:nvPr/>
        </p:nvSpPr>
        <p:spPr>
          <a:xfrm>
            <a:off x="10588609" y="5936714"/>
            <a:ext cx="1480604" cy="571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2026.03.03</a:t>
            </a:r>
          </a:p>
        </p:txBody>
      </p:sp>
    </p:spTree>
    <p:extLst>
      <p:ext uri="{BB962C8B-B14F-4D97-AF65-F5344CB8AC3E}">
        <p14:creationId xmlns:p14="http://schemas.microsoft.com/office/powerpoint/2010/main" val="257827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38704" y="1393033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19313" y="2025000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26755" y="431494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B238462E-F8EB-407F-B0B6-3AE443BB552F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opció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49A29CF-1647-4A99-9A6A-32ED360AB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998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546013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Backend – </a:t>
            </a:r>
            <a:r>
              <a:rPr lang="hu-HU" dirty="0" err="1">
                <a:solidFill>
                  <a:srgbClr val="BD582C"/>
                </a:solidFill>
              </a:rPr>
              <a:t>Laravel</a:t>
            </a:r>
            <a:r>
              <a:rPr lang="hu-HU" dirty="0">
                <a:solidFill>
                  <a:srgbClr val="BD582C"/>
                </a:solidFill>
              </a:rPr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Sanctum</a:t>
            </a:r>
            <a:r>
              <a:rPr lang="hu-HU" dirty="0"/>
              <a:t> - </a:t>
            </a:r>
            <a:r>
              <a:rPr lang="hu-HU" dirty="0" err="1"/>
              <a:t>Autentikáció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Adatbázis migrációk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Frontend – Vue.js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Bootstrap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endParaRPr lang="hu-HU" dirty="0"/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Adatbázis – </a:t>
            </a:r>
            <a:r>
              <a:rPr lang="hu-HU" dirty="0" err="1">
                <a:solidFill>
                  <a:srgbClr val="BD582C"/>
                </a:solidFill>
              </a:rPr>
              <a:t>MySQL</a:t>
            </a:r>
            <a:endParaRPr lang="hu-HU" dirty="0">
              <a:solidFill>
                <a:srgbClr val="BD582C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Ampps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phpMyAdmin</a:t>
            </a:r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Autentikáció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Token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Szerepkörök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Backend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776B3672-EA20-4C64-B11B-9A18CAC805C9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6299F4D8-F0A2-45AE-9DD3-315E8BDF2A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4E2168DE-8E21-4CEB-B2EC-917B240019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6896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Modellek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User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0656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Controllerek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User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CF1363A-EC3E-4AAB-AB7B-2FBA7243A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BC1CFA-A756-4730-9608-D06BB3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8C578E4-409C-45D7-8961-22483CEEC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681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Frontend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15ADBE7A-C248-4CA3-8263-604D44A26A5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B5CD5F08-FF35-4A18-A4DD-6D1908F4F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72191454-7B04-488C-B16A-2741D5416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9911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X tábla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13FEB-F3F0-484E-ADF4-74F0433FDA8D}"/>
              </a:ext>
            </a:extLst>
          </p:cNvPr>
          <p:cNvSpPr txBox="1">
            <a:spLocks/>
          </p:cNvSpPr>
          <p:nvPr/>
        </p:nvSpPr>
        <p:spPr>
          <a:xfrm>
            <a:off x="2640330" y="2267803"/>
            <a:ext cx="10058400" cy="145075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>
                <a:latin typeface="Bahnschrift SemiBold" panose="020B0502040204020203" pitchFamily="34" charset="0"/>
              </a:rPr>
              <a:t>Adatbázis kép</a:t>
            </a:r>
            <a:endParaRPr lang="hu-HU" b="1" dirty="0"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210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Optimalizált telefon képernyőhöz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Felhasználóbarát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DA796D-D1FA-43BA-9B00-4A955CBFF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AE9C9B5C-3647-4331-A23A-21BDACE35043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7BBE353C-8DD5-4D44-BF46-2756847492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5" name="Kép 14">
              <a:extLst>
                <a:ext uri="{FF2B5EF4-FFF2-40B4-BE49-F238E27FC236}">
                  <a16:creationId xmlns:a16="http://schemas.microsoft.com/office/drawing/2014/main" id="{B2808543-D0AE-4FEC-9190-341AB17958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66602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Backend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Frontend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CCB05EC-19C9-456F-9487-5479DE8B814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D42462C5-EA10-4682-9368-1798FDEF05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5CB6D66D-0490-469C-A967-3D189A93B8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6490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Mobilalkalmazás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Értesítés küldés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Több iskolára, több szolgáltatóra bontás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Ételek értékelése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Étkeztetési rend osztályokra, csoportokra bontva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Fizetés online (SimplePay)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Egyenleg feltöltése??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222</Words>
  <Application>Microsoft Office PowerPoint</Application>
  <PresentationFormat>Szélesvásznú</PresentationFormat>
  <Paragraphs>81</Paragraphs>
  <Slides>22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9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Iskolai étkezéskezelő rendszer</vt:lpstr>
      <vt:lpstr>PowerPoint-bemutató</vt:lpstr>
      <vt:lpstr>PowerPoint-bemutató</vt:lpstr>
      <vt:lpstr>PowerPoint-bemutató</vt:lpstr>
      <vt:lpstr>Funkciók</vt:lpstr>
      <vt:lpstr>Felépítése </vt:lpstr>
      <vt:lpstr>Backend</vt:lpstr>
      <vt:lpstr>Modellek</vt:lpstr>
      <vt:lpstr>Controllerek</vt:lpstr>
      <vt:lpstr>PowerPoint-bemutató</vt:lpstr>
      <vt:lpstr>PowerPoint-bemutató</vt:lpstr>
      <vt:lpstr>Frontend</vt:lpstr>
      <vt:lpstr>Adatbázis</vt:lpstr>
      <vt:lpstr>PowerPoint-bemutató</vt:lpstr>
      <vt:lpstr>Reszponzivitás</vt:lpstr>
      <vt:lpstr>Tesztelés</vt:lpstr>
      <vt:lpstr>Munkamegosztás</vt:lpstr>
      <vt:lpstr>Munkamegosztás - Backend</vt:lpstr>
      <vt:lpstr>Munkamegosztás - Frontend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39</cp:revision>
  <dcterms:created xsi:type="dcterms:W3CDTF">2026-03-03T06:30:40Z</dcterms:created>
  <dcterms:modified xsi:type="dcterms:W3CDTF">2026-03-03T12:42:15Z</dcterms:modified>
</cp:coreProperties>
</file>